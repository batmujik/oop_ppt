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3849" r:id="rId6"/>
    <p:sldId id="261" r:id="rId7"/>
    <p:sldId id="3851" r:id="rId8"/>
    <p:sldId id="3852" r:id="rId9"/>
    <p:sldId id="265" r:id="rId10"/>
    <p:sldId id="3854" r:id="rId11"/>
    <p:sldId id="3855" r:id="rId12"/>
    <p:sldId id="263" r:id="rId13"/>
    <p:sldId id="3853" r:id="rId14"/>
    <p:sldId id="3856" r:id="rId15"/>
    <p:sldId id="384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8" autoAdjust="0"/>
    <p:restoredTop sz="94694" autoAdjust="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outlineViewPr>
    <p:cViewPr>
      <p:scale>
        <a:sx n="33" d="100"/>
        <a:sy n="33" d="100"/>
      </p:scale>
      <p:origin x="0" y="-37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12/22/2025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0CE03-6C3A-EB4D-A9B1-7EFD38B58412}" type="datetimeFigureOut">
              <a:rPr lang="en-US" smtClean="0"/>
              <a:t>12/22/2025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57D50D-BAA9-464B-B391-243138E078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92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229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9197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40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949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1098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0281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2489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229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9429764-E305-A48D-5244-9BCD209022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8286859"/>
            <a:chOff x="0" y="1"/>
            <a:chExt cx="12192000" cy="8286859"/>
          </a:xfrm>
        </p:grpSpPr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45F65CE3-2411-E8E5-B72E-F5CBEC4DDC55}"/>
                </a:ext>
              </a:extLst>
            </p:cNvPr>
            <p:cNvSpPr/>
            <p:nvPr userDrawn="1"/>
          </p:nvSpPr>
          <p:spPr>
            <a:xfrm>
              <a:off x="4000500" y="1087403"/>
              <a:ext cx="8191500" cy="5770597"/>
            </a:xfrm>
            <a:custGeom>
              <a:avLst/>
              <a:gdLst>
                <a:gd name="connsiteX0" fmla="*/ 4929467 w 8191500"/>
                <a:gd name="connsiteY0" fmla="*/ 0 h 5770597"/>
                <a:gd name="connsiteX1" fmla="*/ 8065066 w 8191500"/>
                <a:gd name="connsiteY1" fmla="*/ 1118513 h 5770597"/>
                <a:gd name="connsiteX2" fmla="*/ 8191500 w 8191500"/>
                <a:gd name="connsiteY2" fmla="*/ 1227339 h 5770597"/>
                <a:gd name="connsiteX3" fmla="*/ 8191500 w 8191500"/>
                <a:gd name="connsiteY3" fmla="*/ 5770597 h 5770597"/>
                <a:gd name="connsiteX4" fmla="*/ 79523 w 8191500"/>
                <a:gd name="connsiteY4" fmla="*/ 5770597 h 5770597"/>
                <a:gd name="connsiteX5" fmla="*/ 56799 w 8191500"/>
                <a:gd name="connsiteY5" fmla="*/ 5644158 h 5770597"/>
                <a:gd name="connsiteX6" fmla="*/ 0 w 8191500"/>
                <a:gd name="connsiteY6" fmla="*/ 4898209 h 5770597"/>
                <a:gd name="connsiteX7" fmla="*/ 4929467 w 8191500"/>
                <a:gd name="connsiteY7" fmla="*/ 0 h 5770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191500" h="5770597">
                  <a:moveTo>
                    <a:pt x="4929467" y="0"/>
                  </a:moveTo>
                  <a:cubicBezTo>
                    <a:pt x="6120547" y="0"/>
                    <a:pt x="7212963" y="419755"/>
                    <a:pt x="8065066" y="1118513"/>
                  </a:cubicBezTo>
                  <a:lnTo>
                    <a:pt x="8191500" y="1227339"/>
                  </a:lnTo>
                  <a:lnTo>
                    <a:pt x="8191500" y="5770597"/>
                  </a:lnTo>
                  <a:lnTo>
                    <a:pt x="79523" y="5770597"/>
                  </a:lnTo>
                  <a:lnTo>
                    <a:pt x="56799" y="5644158"/>
                  </a:lnTo>
                  <a:cubicBezTo>
                    <a:pt x="19398" y="5400934"/>
                    <a:pt x="0" y="5151822"/>
                    <a:pt x="0" y="4898209"/>
                  </a:cubicBezTo>
                  <a:cubicBezTo>
                    <a:pt x="0" y="2193003"/>
                    <a:pt x="2206998" y="0"/>
                    <a:pt x="49294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B6B51B3-AA6C-9C5E-7032-5AEA05D4590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06241" y="183933"/>
              <a:ext cx="0" cy="1597708"/>
            </a:xfrm>
            <a:prstGeom prst="line">
              <a:avLst/>
            </a:prstGeom>
            <a:ln w="127000" cap="rnd">
              <a:solidFill>
                <a:schemeClr val="accent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: Shape 13">
              <a:extLst>
                <a:ext uri="{FF2B5EF4-FFF2-40B4-BE49-F238E27FC236}">
                  <a16:creationId xmlns:a16="http://schemas.microsoft.com/office/drawing/2014/main" id="{4F28561D-5B3C-F08A-F7B5-48E6B74EAEBD}"/>
                </a:ext>
              </a:extLst>
            </p:cNvPr>
            <p:cNvSpPr/>
            <p:nvPr userDrawn="1"/>
          </p:nvSpPr>
          <p:spPr>
            <a:xfrm>
              <a:off x="5292348" y="1"/>
              <a:ext cx="2279742" cy="1267785"/>
            </a:xfrm>
            <a:custGeom>
              <a:avLst/>
              <a:gdLst>
                <a:gd name="connsiteX0" fmla="*/ 0 w 2279742"/>
                <a:gd name="connsiteY0" fmla="*/ 0 h 1267785"/>
                <a:gd name="connsiteX1" fmla="*/ 138700 w 2279742"/>
                <a:gd name="connsiteY1" fmla="*/ 0 h 1267785"/>
                <a:gd name="connsiteX2" fmla="*/ 138700 w 2279742"/>
                <a:gd name="connsiteY2" fmla="*/ 1078193 h 1267785"/>
                <a:gd name="connsiteX3" fmla="*/ 2002733 w 2279742"/>
                <a:gd name="connsiteY3" fmla="*/ 0 h 1267785"/>
                <a:gd name="connsiteX4" fmla="*/ 2279742 w 2279742"/>
                <a:gd name="connsiteY4" fmla="*/ 0 h 1267785"/>
                <a:gd name="connsiteX5" fmla="*/ 104026 w 2279742"/>
                <a:gd name="connsiteY5" fmla="*/ 1258503 h 1267785"/>
                <a:gd name="connsiteX6" fmla="*/ 69351 w 2279742"/>
                <a:gd name="connsiteY6" fmla="*/ 1267785 h 1267785"/>
                <a:gd name="connsiteX7" fmla="*/ 0 w 2279742"/>
                <a:gd name="connsiteY7" fmla="*/ 1198436 h 1267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79742" h="1267785">
                  <a:moveTo>
                    <a:pt x="0" y="0"/>
                  </a:moveTo>
                  <a:lnTo>
                    <a:pt x="138700" y="0"/>
                  </a:lnTo>
                  <a:lnTo>
                    <a:pt x="138700" y="1078193"/>
                  </a:lnTo>
                  <a:lnTo>
                    <a:pt x="2002733" y="0"/>
                  </a:lnTo>
                  <a:lnTo>
                    <a:pt x="2279742" y="0"/>
                  </a:lnTo>
                  <a:lnTo>
                    <a:pt x="104026" y="1258503"/>
                  </a:lnTo>
                  <a:cubicBezTo>
                    <a:pt x="93484" y="1264595"/>
                    <a:pt x="81523" y="1267796"/>
                    <a:pt x="69351" y="1267785"/>
                  </a:cubicBezTo>
                  <a:cubicBezTo>
                    <a:pt x="31049" y="1267785"/>
                    <a:pt x="0" y="1236737"/>
                    <a:pt x="0" y="1198436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15">
              <a:extLst>
                <a:ext uri="{FF2B5EF4-FFF2-40B4-BE49-F238E27FC236}">
                  <a16:creationId xmlns:a16="http://schemas.microsoft.com/office/drawing/2014/main" id="{7BD7FF70-44B7-E753-26CD-E228B56C2517}"/>
                </a:ext>
              </a:extLst>
            </p:cNvPr>
            <p:cNvSpPr/>
            <p:nvPr userDrawn="1"/>
          </p:nvSpPr>
          <p:spPr>
            <a:xfrm>
              <a:off x="10208695" y="1"/>
              <a:ext cx="1135066" cy="477997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F9EE857-93B9-ACF6-2AB4-2A29C4B94776}"/>
                </a:ext>
              </a:extLst>
            </p:cNvPr>
            <p:cNvSpPr/>
            <p:nvPr userDrawn="1"/>
          </p:nvSpPr>
          <p:spPr>
            <a:xfrm>
              <a:off x="1569044" y="514898"/>
              <a:ext cx="2393351" cy="2328423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9">
              <a:extLst>
                <a:ext uri="{FF2B5EF4-FFF2-40B4-BE49-F238E27FC236}">
                  <a16:creationId xmlns:a16="http://schemas.microsoft.com/office/drawing/2014/main" id="{75030D84-5EEB-A095-3D43-0ED22BDB8406}"/>
                </a:ext>
              </a:extLst>
            </p:cNvPr>
            <p:cNvSpPr/>
            <p:nvPr userDrawn="1"/>
          </p:nvSpPr>
          <p:spPr>
            <a:xfrm flipH="1">
              <a:off x="0" y="2949740"/>
              <a:ext cx="1186451" cy="1771650"/>
            </a:xfrm>
            <a:custGeom>
              <a:avLst/>
              <a:gdLst>
                <a:gd name="connsiteX0" fmla="*/ 61913 w 1186451"/>
                <a:gd name="connsiteY0" fmla="*/ 0 h 1771650"/>
                <a:gd name="connsiteX1" fmla="*/ 1186451 w 1186451"/>
                <a:gd name="connsiteY1" fmla="*/ 0 h 1771650"/>
                <a:gd name="connsiteX2" fmla="*/ 1186451 w 1186451"/>
                <a:gd name="connsiteY2" fmla="*/ 123825 h 1771650"/>
                <a:gd name="connsiteX3" fmla="*/ 123825 w 1186451"/>
                <a:gd name="connsiteY3" fmla="*/ 123825 h 1771650"/>
                <a:gd name="connsiteX4" fmla="*/ 123825 w 1186451"/>
                <a:gd name="connsiteY4" fmla="*/ 1647825 h 1771650"/>
                <a:gd name="connsiteX5" fmla="*/ 1186451 w 1186451"/>
                <a:gd name="connsiteY5" fmla="*/ 1647825 h 1771650"/>
                <a:gd name="connsiteX6" fmla="*/ 1186451 w 1186451"/>
                <a:gd name="connsiteY6" fmla="*/ 1771650 h 1771650"/>
                <a:gd name="connsiteX7" fmla="*/ 61913 w 1186451"/>
                <a:gd name="connsiteY7" fmla="*/ 1771650 h 1771650"/>
                <a:gd name="connsiteX8" fmla="*/ 0 w 1186451"/>
                <a:gd name="connsiteY8" fmla="*/ 1709738 h 1771650"/>
                <a:gd name="connsiteX9" fmla="*/ 0 w 1186451"/>
                <a:gd name="connsiteY9" fmla="*/ 61913 h 1771650"/>
                <a:gd name="connsiteX10" fmla="*/ 61913 w 1186451"/>
                <a:gd name="connsiteY10" fmla="*/ 0 h 177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6451" h="1771650">
                  <a:moveTo>
                    <a:pt x="61913" y="0"/>
                  </a:moveTo>
                  <a:lnTo>
                    <a:pt x="1186451" y="0"/>
                  </a:lnTo>
                  <a:lnTo>
                    <a:pt x="1186451" y="123825"/>
                  </a:lnTo>
                  <a:lnTo>
                    <a:pt x="123825" y="123825"/>
                  </a:lnTo>
                  <a:lnTo>
                    <a:pt x="123825" y="1647825"/>
                  </a:lnTo>
                  <a:lnTo>
                    <a:pt x="1186451" y="1647825"/>
                  </a:lnTo>
                  <a:lnTo>
                    <a:pt x="1186451" y="1771650"/>
                  </a:lnTo>
                  <a:lnTo>
                    <a:pt x="61913" y="1771650"/>
                  </a:lnTo>
                  <a:cubicBezTo>
                    <a:pt x="27719" y="1771650"/>
                    <a:pt x="0" y="1743932"/>
                    <a:pt x="0" y="1709738"/>
                  </a:cubicBez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26E6DE3E-6851-19AD-2E60-22F006238173}"/>
                </a:ext>
              </a:extLst>
            </p:cNvPr>
            <p:cNvSpPr/>
            <p:nvPr userDrawn="1"/>
          </p:nvSpPr>
          <p:spPr>
            <a:xfrm rot="16200000">
              <a:off x="1539683" y="4203427"/>
              <a:ext cx="4083433" cy="4083433"/>
            </a:xfrm>
            <a:prstGeom prst="arc">
              <a:avLst/>
            </a:prstGeom>
            <a:ln w="127000" cap="rnd">
              <a:solidFill>
                <a:schemeClr val="accent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84474" y="2949739"/>
            <a:ext cx="6261291" cy="2396686"/>
          </a:xfrm>
        </p:spPr>
        <p:txBody>
          <a:bodyPr anchor="b" anchorCtr="0">
            <a:noAutofit/>
          </a:bodyPr>
          <a:lstStyle>
            <a:lvl1pPr algn="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E96D25F-53A2-6217-84B4-7EB874F0B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9189" y="941148"/>
            <a:ext cx="11182430" cy="4797821"/>
            <a:chOff x="489189" y="941148"/>
            <a:chExt cx="11182430" cy="4797821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50FA62D-C8AE-52B8-1712-6116756D1A83}"/>
                </a:ext>
              </a:extLst>
            </p:cNvPr>
            <p:cNvSpPr/>
            <p:nvPr userDrawn="1"/>
          </p:nvSpPr>
          <p:spPr>
            <a:xfrm>
              <a:off x="489189" y="1119031"/>
              <a:ext cx="4619938" cy="461993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1D2D6A01-57CF-3C0B-968C-E5A8FD352320}"/>
                </a:ext>
              </a:extLst>
            </p:cNvPr>
            <p:cNvSpPr/>
            <p:nvPr userDrawn="1"/>
          </p:nvSpPr>
          <p:spPr>
            <a:xfrm rot="19809111">
              <a:off x="8683720" y="941148"/>
              <a:ext cx="2987899" cy="2987899"/>
            </a:xfrm>
            <a:prstGeom prst="arc">
              <a:avLst>
                <a:gd name="adj1" fmla="val 15817365"/>
                <a:gd name="adj2" fmla="val 1781380"/>
              </a:avLst>
            </a:prstGeom>
            <a:ln w="127000" cap="rnd">
              <a:solidFill>
                <a:schemeClr val="accent4"/>
              </a:solidFill>
              <a:prstDash val="dash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10BEFAA-C349-7DB1-1827-0FA48A430AD8}"/>
                </a:ext>
              </a:extLst>
            </p:cNvPr>
            <p:cNvSpPr/>
            <p:nvPr userDrawn="1"/>
          </p:nvSpPr>
          <p:spPr>
            <a:xfrm>
              <a:off x="910048" y="4780992"/>
              <a:ext cx="546100" cy="546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57" y="1119031"/>
            <a:ext cx="4384736" cy="4619938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01708" y="554942"/>
            <a:ext cx="5552091" cy="5768220"/>
          </a:xfrm>
        </p:spPr>
        <p:txBody>
          <a:bodyPr anchor="ctr" anchorCtr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400"/>
            </a:lvl1pPr>
            <a:lvl2pPr marL="800100" indent="-3429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16573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4pPr>
            <a:lvl5pPr marL="21145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EF93C3C-09E9-6CD0-EF4B-6DE09539EE7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011782 w 12192000"/>
              <a:gd name="connsiteY0" fmla="*/ 4817511 h 6858000"/>
              <a:gd name="connsiteX1" fmla="*/ 8937059 w 12192000"/>
              <a:gd name="connsiteY1" fmla="*/ 4972626 h 6858000"/>
              <a:gd name="connsiteX2" fmla="*/ 8588084 w 12192000"/>
              <a:gd name="connsiteY2" fmla="*/ 5489438 h 6858000"/>
              <a:gd name="connsiteX3" fmla="*/ 8565206 w 12192000"/>
              <a:gd name="connsiteY3" fmla="*/ 5514611 h 6858000"/>
              <a:gd name="connsiteX4" fmla="*/ 8569944 w 12192000"/>
              <a:gd name="connsiteY4" fmla="*/ 5520198 h 6858000"/>
              <a:gd name="connsiteX5" fmla="*/ 8878607 w 12192000"/>
              <a:gd name="connsiteY5" fmla="*/ 5644582 h 6858000"/>
              <a:gd name="connsiteX6" fmla="*/ 9315123 w 12192000"/>
              <a:gd name="connsiteY6" fmla="*/ 5219907 h 6858000"/>
              <a:gd name="connsiteX7" fmla="*/ 9048519 w 12192000"/>
              <a:gd name="connsiteY7" fmla="*/ 4828605 h 6858000"/>
              <a:gd name="connsiteX8" fmla="*/ 6096000 w 12192000"/>
              <a:gd name="connsiteY8" fmla="*/ 200625 h 6858000"/>
              <a:gd name="connsiteX9" fmla="*/ 2867625 w 12192000"/>
              <a:gd name="connsiteY9" fmla="*/ 3429000 h 6858000"/>
              <a:gd name="connsiteX10" fmla="*/ 6096000 w 12192000"/>
              <a:gd name="connsiteY10" fmla="*/ 6657375 h 6858000"/>
              <a:gd name="connsiteX11" fmla="*/ 9324375 w 12192000"/>
              <a:gd name="connsiteY11" fmla="*/ 3429000 h 6858000"/>
              <a:gd name="connsiteX12" fmla="*/ 6096000 w 12192000"/>
              <a:gd name="connsiteY12" fmla="*/ 200625 h 6858000"/>
              <a:gd name="connsiteX13" fmla="*/ 0 w 12192000"/>
              <a:gd name="connsiteY13" fmla="*/ 0 h 6858000"/>
              <a:gd name="connsiteX14" fmla="*/ 12192000 w 12192000"/>
              <a:gd name="connsiteY14" fmla="*/ 0 h 6858000"/>
              <a:gd name="connsiteX15" fmla="*/ 12192000 w 12192000"/>
              <a:gd name="connsiteY15" fmla="*/ 6858000 h 6858000"/>
              <a:gd name="connsiteX16" fmla="*/ 0 w 12192000"/>
              <a:gd name="connsiteY1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2000" h="6858000">
                <a:moveTo>
                  <a:pt x="9011782" y="4817511"/>
                </a:moveTo>
                <a:lnTo>
                  <a:pt x="8937059" y="4972626"/>
                </a:lnTo>
                <a:cubicBezTo>
                  <a:pt x="8837255" y="5156349"/>
                  <a:pt x="8720206" y="5329344"/>
                  <a:pt x="8588084" y="5489438"/>
                </a:cubicBezTo>
                <a:lnTo>
                  <a:pt x="8565206" y="5514611"/>
                </a:lnTo>
                <a:lnTo>
                  <a:pt x="8569944" y="5520198"/>
                </a:lnTo>
                <a:cubicBezTo>
                  <a:pt x="8648938" y="5597049"/>
                  <a:pt x="8758066" y="5644582"/>
                  <a:pt x="8878607" y="5644582"/>
                </a:cubicBezTo>
                <a:cubicBezTo>
                  <a:pt x="9119688" y="5644582"/>
                  <a:pt x="9315123" y="5454449"/>
                  <a:pt x="9315123" y="5219907"/>
                </a:cubicBezTo>
                <a:cubicBezTo>
                  <a:pt x="9315123" y="5044001"/>
                  <a:pt x="9205191" y="4893074"/>
                  <a:pt x="9048519" y="4828605"/>
                </a:cubicBezTo>
                <a:close/>
                <a:moveTo>
                  <a:pt x="6096000" y="200625"/>
                </a:moveTo>
                <a:cubicBezTo>
                  <a:pt x="4313018" y="200625"/>
                  <a:pt x="2867625" y="1646018"/>
                  <a:pt x="2867625" y="3429000"/>
                </a:cubicBezTo>
                <a:cubicBezTo>
                  <a:pt x="2867625" y="5211982"/>
                  <a:pt x="4313018" y="6657375"/>
                  <a:pt x="6096000" y="6657375"/>
                </a:cubicBezTo>
                <a:cubicBezTo>
                  <a:pt x="7878982" y="6657375"/>
                  <a:pt x="9324375" y="5211982"/>
                  <a:pt x="9324375" y="3429000"/>
                </a:cubicBezTo>
                <a:cubicBezTo>
                  <a:pt x="9324375" y="1646018"/>
                  <a:pt x="7878982" y="200625"/>
                  <a:pt x="6096000" y="200625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D5C3C4BD-DFDB-76B4-17CA-7DA4D1729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9366740" flipV="1">
            <a:off x="2557952" y="-89828"/>
            <a:ext cx="7173200" cy="7173200"/>
          </a:xfrm>
          <a:prstGeom prst="arc">
            <a:avLst>
              <a:gd name="adj1" fmla="val 16200000"/>
              <a:gd name="adj2" fmla="val 20401595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2B04B61C-6467-D51D-0AF4-5C7D05F36C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68168" y="923544"/>
            <a:ext cx="6455664" cy="5010912"/>
          </a:xfrm>
          <a:prstGeom prst="rect">
            <a:avLst/>
          </a:prstGeom>
          <a:noFill/>
        </p:spPr>
        <p:txBody>
          <a:bodyPr lIns="0" rIns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7A19F4B-D154-3EB2-F86A-9A63283A3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565206" y="4817511"/>
            <a:ext cx="749917" cy="827071"/>
          </a:xfrm>
          <a:custGeom>
            <a:avLst/>
            <a:gdLst>
              <a:gd name="connsiteX0" fmla="*/ 446576 w 749917"/>
              <a:gd name="connsiteY0" fmla="*/ 0 h 827071"/>
              <a:gd name="connsiteX1" fmla="*/ 483313 w 749917"/>
              <a:gd name="connsiteY1" fmla="*/ 11094 h 827071"/>
              <a:gd name="connsiteX2" fmla="*/ 749917 w 749917"/>
              <a:gd name="connsiteY2" fmla="*/ 402396 h 827071"/>
              <a:gd name="connsiteX3" fmla="*/ 313401 w 749917"/>
              <a:gd name="connsiteY3" fmla="*/ 827071 h 827071"/>
              <a:gd name="connsiteX4" fmla="*/ 4738 w 749917"/>
              <a:gd name="connsiteY4" fmla="*/ 702687 h 827071"/>
              <a:gd name="connsiteX5" fmla="*/ 0 w 749917"/>
              <a:gd name="connsiteY5" fmla="*/ 697100 h 827071"/>
              <a:gd name="connsiteX6" fmla="*/ 22878 w 749917"/>
              <a:gd name="connsiteY6" fmla="*/ 671927 h 827071"/>
              <a:gd name="connsiteX7" fmla="*/ 371853 w 749917"/>
              <a:gd name="connsiteY7" fmla="*/ 155115 h 827071"/>
              <a:gd name="connsiteX8" fmla="*/ 446576 w 749917"/>
              <a:gd name="connsiteY8" fmla="*/ 0 h 82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9917" h="827071">
                <a:moveTo>
                  <a:pt x="446576" y="0"/>
                </a:moveTo>
                <a:lnTo>
                  <a:pt x="483313" y="11094"/>
                </a:lnTo>
                <a:cubicBezTo>
                  <a:pt x="639985" y="75563"/>
                  <a:pt x="749917" y="226490"/>
                  <a:pt x="749917" y="402396"/>
                </a:cubicBezTo>
                <a:cubicBezTo>
                  <a:pt x="749917" y="636938"/>
                  <a:pt x="554482" y="827071"/>
                  <a:pt x="313401" y="827071"/>
                </a:cubicBezTo>
                <a:cubicBezTo>
                  <a:pt x="192860" y="827071"/>
                  <a:pt x="83732" y="779538"/>
                  <a:pt x="4738" y="702687"/>
                </a:cubicBezTo>
                <a:lnTo>
                  <a:pt x="0" y="697100"/>
                </a:lnTo>
                <a:lnTo>
                  <a:pt x="22878" y="671927"/>
                </a:lnTo>
                <a:cubicBezTo>
                  <a:pt x="155000" y="511833"/>
                  <a:pt x="272049" y="338838"/>
                  <a:pt x="371853" y="155115"/>
                </a:cubicBezTo>
                <a:lnTo>
                  <a:pt x="4465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842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04803"/>
            <a:ext cx="10515600" cy="1472974"/>
          </a:xfrm>
        </p:spPr>
        <p:txBody>
          <a:bodyPr anchor="ctr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3FB7D8D-37C3-E089-EC02-FB49A13CBE1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1838099"/>
            <a:ext cx="8012113" cy="4284889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800"/>
            </a:lvl1pPr>
            <a:lvl2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600"/>
            </a:lvl2pPr>
            <a:lvl3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400"/>
            </a:lvl3pPr>
            <a:lvl4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200"/>
            </a:lvl4pPr>
            <a:lvl5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: Shape 14">
            <a:extLst>
              <a:ext uri="{FF2B5EF4-FFF2-40B4-BE49-F238E27FC236}">
                <a16:creationId xmlns:a16="http://schemas.microsoft.com/office/drawing/2014/main" id="{438B6FA2-AF11-618E-2B1A-38BF083DF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-381048" y="5144407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13">
            <a:extLst>
              <a:ext uri="{FF2B5EF4-FFF2-40B4-BE49-F238E27FC236}">
                <a16:creationId xmlns:a16="http://schemas.microsoft.com/office/drawing/2014/main" id="{A269A8D8-A4AE-CEFF-E928-7DB1CFB3E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9">
            <a:extLst>
              <a:ext uri="{FF2B5EF4-FFF2-40B4-BE49-F238E27FC236}">
                <a16:creationId xmlns:a16="http://schemas.microsoft.com/office/drawing/2014/main" id="{15418837-E689-97BE-9FAD-FEDBD599E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109434" y="3527042"/>
            <a:ext cx="1082566" cy="1616525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5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7DF76A42-387B-8D66-1214-D404620700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940621" y="704193"/>
            <a:ext cx="2296455" cy="229645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2ACE818-46EF-547E-9315-A84948303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7652" y="0"/>
            <a:ext cx="8798419" cy="6816262"/>
            <a:chOff x="577652" y="-28502"/>
            <a:chExt cx="8798419" cy="6816262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9644D21-8793-9A96-F305-5D20EE342B26}"/>
                </a:ext>
              </a:extLst>
            </p:cNvPr>
            <p:cNvSpPr/>
            <p:nvPr userDrawn="1"/>
          </p:nvSpPr>
          <p:spPr>
            <a:xfrm>
              <a:off x="2815929" y="148929"/>
              <a:ext cx="6560142" cy="656014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DF8D7AEF-C845-09F0-F31C-20B32BBA1EBA}"/>
                </a:ext>
              </a:extLst>
            </p:cNvPr>
            <p:cNvSpPr/>
            <p:nvPr userDrawn="1"/>
          </p:nvSpPr>
          <p:spPr>
            <a:xfrm rot="9222429" flipV="1">
              <a:off x="2494119" y="-28502"/>
              <a:ext cx="6816262" cy="6816262"/>
            </a:xfrm>
            <a:prstGeom prst="arc">
              <a:avLst>
                <a:gd name="adj1" fmla="val 16200000"/>
                <a:gd name="adj2" fmla="val 20093138"/>
              </a:avLst>
            </a:prstGeom>
            <a:ln w="127000" cap="rnd">
              <a:solidFill>
                <a:schemeClr val="accent4">
                  <a:alpha val="9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F9D44CB-887B-C74D-3E96-5607E84DAEFF}"/>
                </a:ext>
              </a:extLst>
            </p:cNvPr>
            <p:cNvSpPr/>
            <p:nvPr userDrawn="1"/>
          </p:nvSpPr>
          <p:spPr>
            <a:xfrm>
              <a:off x="577652" y="1085116"/>
              <a:ext cx="759403" cy="73880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87D193F4-2337-0048-1BE7-C9A8154191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936118" y="5508455"/>
            <a:ext cx="1082566" cy="1616525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EE4510-BCBA-C39A-BEF1-A391A3304F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494655" y="5270490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5929" y="1349825"/>
            <a:ext cx="6560142" cy="3063149"/>
          </a:xfrm>
        </p:spPr>
        <p:txBody>
          <a:bodyPr anchor="ctr">
            <a:no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15929" y="4412973"/>
            <a:ext cx="6560142" cy="1935571"/>
          </a:xfrm>
        </p:spPr>
        <p:txBody>
          <a:bodyPr>
            <a:no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4915163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0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FB01ADF-164A-96FB-0129-C2A0F0ED0A85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147896" y="1816916"/>
            <a:ext cx="5212080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0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263F0DD-A38B-64B8-7412-087B487E6D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536" y="2"/>
            <a:ext cx="12068464" cy="6857998"/>
            <a:chOff x="123536" y="2"/>
            <a:chExt cx="12068464" cy="6857998"/>
          </a:xfrm>
        </p:grpSpPr>
        <p:sp>
          <p:nvSpPr>
            <p:cNvPr id="12" name="Freeform: Shape 9">
              <a:extLst>
                <a:ext uri="{FF2B5EF4-FFF2-40B4-BE49-F238E27FC236}">
                  <a16:creationId xmlns:a16="http://schemas.microsoft.com/office/drawing/2014/main" id="{44CE2FB7-A856-E3C3-9798-73AAFB7901B8}"/>
                </a:ext>
              </a:extLst>
            </p:cNvPr>
            <p:cNvSpPr/>
            <p:nvPr userDrawn="1"/>
          </p:nvSpPr>
          <p:spPr>
            <a:xfrm>
              <a:off x="5671336" y="2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0">
              <a:extLst>
                <a:ext uri="{FF2B5EF4-FFF2-40B4-BE49-F238E27FC236}">
                  <a16:creationId xmlns:a16="http://schemas.microsoft.com/office/drawing/2014/main" id="{47ED62E5-894A-A8F9-A6DC-4A5C147CDE78}"/>
                </a:ext>
              </a:extLst>
            </p:cNvPr>
            <p:cNvSpPr/>
            <p:nvPr userDrawn="1"/>
          </p:nvSpPr>
          <p:spPr>
            <a:xfrm flipH="1">
              <a:off x="123536" y="5717905"/>
              <a:ext cx="1771609" cy="1140095"/>
            </a:xfrm>
            <a:custGeom>
              <a:avLst/>
              <a:gdLst>
                <a:gd name="connsiteX0" fmla="*/ 1561721 w 1771609"/>
                <a:gd name="connsiteY0" fmla="*/ 763041 h 1140095"/>
                <a:gd name="connsiteX1" fmla="*/ 1623024 w 1771609"/>
                <a:gd name="connsiteY1" fmla="*/ 792810 h 1140095"/>
                <a:gd name="connsiteX2" fmla="*/ 1711735 w 1771609"/>
                <a:gd name="connsiteY2" fmla="*/ 970132 h 1140095"/>
                <a:gd name="connsiteX3" fmla="*/ 1771609 w 1771609"/>
                <a:gd name="connsiteY3" fmla="*/ 1140095 h 1140095"/>
                <a:gd name="connsiteX4" fmla="*/ 1637225 w 1771609"/>
                <a:gd name="connsiteY4" fmla="*/ 1140095 h 1140095"/>
                <a:gd name="connsiteX5" fmla="*/ 1594820 w 1771609"/>
                <a:gd name="connsiteY5" fmla="*/ 1019711 h 1140095"/>
                <a:gd name="connsiteX6" fmla="*/ 1513200 w 1771609"/>
                <a:gd name="connsiteY6" fmla="*/ 856627 h 1140095"/>
                <a:gd name="connsiteX7" fmla="*/ 1538499 w 1771609"/>
                <a:gd name="connsiteY7" fmla="*/ 770415 h 1140095"/>
                <a:gd name="connsiteX8" fmla="*/ 1561721 w 1771609"/>
                <a:gd name="connsiteY8" fmla="*/ 763041 h 1140095"/>
                <a:gd name="connsiteX9" fmla="*/ 933455 w 1771609"/>
                <a:gd name="connsiteY9" fmla="*/ 161309 h 1140095"/>
                <a:gd name="connsiteX10" fmla="*/ 957797 w 1771609"/>
                <a:gd name="connsiteY10" fmla="*/ 167970 h 1140095"/>
                <a:gd name="connsiteX11" fmla="*/ 1286982 w 1771609"/>
                <a:gd name="connsiteY11" fmla="*/ 387616 h 1140095"/>
                <a:gd name="connsiteX12" fmla="*/ 1293725 w 1771609"/>
                <a:gd name="connsiteY12" fmla="*/ 477075 h 1140095"/>
                <a:gd name="connsiteX13" fmla="*/ 1245453 w 1771609"/>
                <a:gd name="connsiteY13" fmla="*/ 499154 h 1140095"/>
                <a:gd name="connsiteX14" fmla="*/ 1245167 w 1771609"/>
                <a:gd name="connsiteY14" fmla="*/ 499154 h 1140095"/>
                <a:gd name="connsiteX15" fmla="*/ 1203638 w 1771609"/>
                <a:gd name="connsiteY15" fmla="*/ 484104 h 1140095"/>
                <a:gd name="connsiteX16" fmla="*/ 900647 w 1771609"/>
                <a:gd name="connsiteY16" fmla="*/ 281508 h 1140095"/>
                <a:gd name="connsiteX17" fmla="*/ 872454 w 1771609"/>
                <a:gd name="connsiteY17" fmla="*/ 196164 h 1140095"/>
                <a:gd name="connsiteX18" fmla="*/ 933455 w 1771609"/>
                <a:gd name="connsiteY18" fmla="*/ 161309 h 1140095"/>
                <a:gd name="connsiteX19" fmla="*/ 256260 w 1771609"/>
                <a:gd name="connsiteY19" fmla="*/ 29 h 1140095"/>
                <a:gd name="connsiteX20" fmla="*/ 454020 w 1771609"/>
                <a:gd name="connsiteY20" fmla="*/ 13474 h 1140095"/>
                <a:gd name="connsiteX21" fmla="*/ 509236 w 1771609"/>
                <a:gd name="connsiteY21" fmla="*/ 84182 h 1140095"/>
                <a:gd name="connsiteX22" fmla="*/ 445829 w 1771609"/>
                <a:gd name="connsiteY22" fmla="*/ 139871 h 1140095"/>
                <a:gd name="connsiteX23" fmla="*/ 437447 w 1771609"/>
                <a:gd name="connsiteY23" fmla="*/ 139395 h 1140095"/>
                <a:gd name="connsiteX24" fmla="*/ 73211 w 1771609"/>
                <a:gd name="connsiteY24" fmla="*/ 137204 h 1140095"/>
                <a:gd name="connsiteX25" fmla="*/ 749 w 1771609"/>
                <a:gd name="connsiteY25" fmla="*/ 84082 h 1140095"/>
                <a:gd name="connsiteX26" fmla="*/ 53871 w 1771609"/>
                <a:gd name="connsiteY26" fmla="*/ 11621 h 1140095"/>
                <a:gd name="connsiteX27" fmla="*/ 58352 w 1771609"/>
                <a:gd name="connsiteY27" fmla="*/ 11093 h 1140095"/>
                <a:gd name="connsiteX28" fmla="*/ 256260 w 1771609"/>
                <a:gd name="connsiteY28" fmla="*/ 29 h 1140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71609" h="1140095">
                  <a:moveTo>
                    <a:pt x="1561721" y="763041"/>
                  </a:moveTo>
                  <a:cubicBezTo>
                    <a:pt x="1585506" y="760324"/>
                    <a:pt x="1609722" y="771249"/>
                    <a:pt x="1623024" y="792810"/>
                  </a:cubicBezTo>
                  <a:cubicBezTo>
                    <a:pt x="1656300" y="850065"/>
                    <a:pt x="1685920" y="909291"/>
                    <a:pt x="1711735" y="970132"/>
                  </a:cubicBezTo>
                  <a:lnTo>
                    <a:pt x="1771609" y="1140095"/>
                  </a:lnTo>
                  <a:lnTo>
                    <a:pt x="1637225" y="1140095"/>
                  </a:lnTo>
                  <a:lnTo>
                    <a:pt x="1594820" y="1019711"/>
                  </a:lnTo>
                  <a:cubicBezTo>
                    <a:pt x="1571072" y="963753"/>
                    <a:pt x="1543818" y="909282"/>
                    <a:pt x="1513200" y="856627"/>
                  </a:cubicBezTo>
                  <a:cubicBezTo>
                    <a:pt x="1496379" y="825834"/>
                    <a:pt x="1507704" y="787236"/>
                    <a:pt x="1538499" y="770415"/>
                  </a:cubicBezTo>
                  <a:cubicBezTo>
                    <a:pt x="1545912" y="766367"/>
                    <a:pt x="1553792" y="763946"/>
                    <a:pt x="1561721" y="763041"/>
                  </a:cubicBezTo>
                  <a:close/>
                  <a:moveTo>
                    <a:pt x="933455" y="161309"/>
                  </a:moveTo>
                  <a:cubicBezTo>
                    <a:pt x="941693" y="161855"/>
                    <a:pt x="949959" y="164025"/>
                    <a:pt x="957797" y="167970"/>
                  </a:cubicBezTo>
                  <a:cubicBezTo>
                    <a:pt x="1076184" y="227289"/>
                    <a:pt x="1186759" y="301068"/>
                    <a:pt x="1286982" y="387616"/>
                  </a:cubicBezTo>
                  <a:cubicBezTo>
                    <a:pt x="1313547" y="410457"/>
                    <a:pt x="1316566" y="450510"/>
                    <a:pt x="1293725" y="477075"/>
                  </a:cubicBezTo>
                  <a:cubicBezTo>
                    <a:pt x="1281638" y="491137"/>
                    <a:pt x="1263998" y="499204"/>
                    <a:pt x="1245453" y="499154"/>
                  </a:cubicBezTo>
                  <a:lnTo>
                    <a:pt x="1245167" y="499154"/>
                  </a:lnTo>
                  <a:cubicBezTo>
                    <a:pt x="1229965" y="499301"/>
                    <a:pt x="1215220" y="493956"/>
                    <a:pt x="1203638" y="484104"/>
                  </a:cubicBezTo>
                  <a:cubicBezTo>
                    <a:pt x="1111407" y="404300"/>
                    <a:pt x="1009633" y="336248"/>
                    <a:pt x="900647" y="281508"/>
                  </a:cubicBezTo>
                  <a:cubicBezTo>
                    <a:pt x="869295" y="265726"/>
                    <a:pt x="856672" y="227516"/>
                    <a:pt x="872454" y="196164"/>
                  </a:cubicBezTo>
                  <a:cubicBezTo>
                    <a:pt x="884290" y="172650"/>
                    <a:pt x="908742" y="159670"/>
                    <a:pt x="933455" y="161309"/>
                  </a:cubicBezTo>
                  <a:close/>
                  <a:moveTo>
                    <a:pt x="256260" y="29"/>
                  </a:moveTo>
                  <a:cubicBezTo>
                    <a:pt x="322331" y="427"/>
                    <a:pt x="388378" y="4909"/>
                    <a:pt x="454020" y="13474"/>
                  </a:cubicBezTo>
                  <a:cubicBezTo>
                    <a:pt x="488793" y="17752"/>
                    <a:pt x="513514" y="49409"/>
                    <a:pt x="509236" y="84182"/>
                  </a:cubicBezTo>
                  <a:cubicBezTo>
                    <a:pt x="505303" y="116151"/>
                    <a:pt x="478038" y="140098"/>
                    <a:pt x="445829" y="139871"/>
                  </a:cubicBezTo>
                  <a:cubicBezTo>
                    <a:pt x="443027" y="139899"/>
                    <a:pt x="440227" y="139740"/>
                    <a:pt x="437447" y="139395"/>
                  </a:cubicBezTo>
                  <a:cubicBezTo>
                    <a:pt x="316592" y="123615"/>
                    <a:pt x="194247" y="122878"/>
                    <a:pt x="73211" y="137204"/>
                  </a:cubicBezTo>
                  <a:cubicBezTo>
                    <a:pt x="38532" y="142545"/>
                    <a:pt x="6090" y="118762"/>
                    <a:pt x="749" y="84082"/>
                  </a:cubicBezTo>
                  <a:cubicBezTo>
                    <a:pt x="-4591" y="49403"/>
                    <a:pt x="19192" y="16961"/>
                    <a:pt x="53871" y="11621"/>
                  </a:cubicBezTo>
                  <a:cubicBezTo>
                    <a:pt x="55358" y="11392"/>
                    <a:pt x="56852" y="11216"/>
                    <a:pt x="58352" y="11093"/>
                  </a:cubicBezTo>
                  <a:cubicBezTo>
                    <a:pt x="124093" y="3319"/>
                    <a:pt x="190189" y="-369"/>
                    <a:pt x="256260" y="29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1">
              <a:extLst>
                <a:ext uri="{FF2B5EF4-FFF2-40B4-BE49-F238E27FC236}">
                  <a16:creationId xmlns:a16="http://schemas.microsoft.com/office/drawing/2014/main" id="{5C181CD4-C69B-2826-AF23-060D677248A9}"/>
                </a:ext>
              </a:extLst>
            </p:cNvPr>
            <p:cNvSpPr/>
            <p:nvPr userDrawn="1"/>
          </p:nvSpPr>
          <p:spPr>
            <a:xfrm rot="5400000">
              <a:off x="11328915" y="3872201"/>
              <a:ext cx="1214656" cy="511514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12/22/2025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0538251-2B75-FA20-0F29-FB58583E612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1825625"/>
            <a:ext cx="3108958" cy="429768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1pPr>
            <a:lvl2pPr marL="2857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2pPr>
            <a:lvl3pPr marL="65151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92583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4pPr>
            <a:lvl5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06C49DD-8C29-93EA-04F4-22F84080DF5C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661820" y="1816916"/>
            <a:ext cx="6698156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12/22/2025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1E75594D-82D2-74F6-56EC-46FCD28CB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94966" y="0"/>
            <a:ext cx="1214656" cy="511514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13">
            <a:extLst>
              <a:ext uri="{FF2B5EF4-FFF2-40B4-BE49-F238E27FC236}">
                <a16:creationId xmlns:a16="http://schemas.microsoft.com/office/drawing/2014/main" id="{FF4E0F5B-0892-2688-EFD3-284369DA5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8097530" y="5590215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1D8715A-3067-732D-C410-868C7CCCF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982378" y="551212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807BCF9-2F5B-200E-2E6C-E177DB56E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7458"/>
            <a:ext cx="7083733" cy="6182202"/>
            <a:chOff x="0" y="7460"/>
            <a:chExt cx="7083733" cy="6182202"/>
          </a:xfrm>
        </p:grpSpPr>
        <p:sp>
          <p:nvSpPr>
            <p:cNvPr id="9" name="Freeform: Shape 14">
              <a:extLst>
                <a:ext uri="{FF2B5EF4-FFF2-40B4-BE49-F238E27FC236}">
                  <a16:creationId xmlns:a16="http://schemas.microsoft.com/office/drawing/2014/main" id="{7A624B2B-50FD-9351-987F-2E5A5472CAB6}"/>
                </a:ext>
              </a:extLst>
            </p:cNvPr>
            <p:cNvSpPr/>
            <p:nvPr userDrawn="1"/>
          </p:nvSpPr>
          <p:spPr>
            <a:xfrm rot="16200000">
              <a:off x="-388933" y="4841194"/>
              <a:ext cx="1737401" cy="959536"/>
            </a:xfrm>
            <a:custGeom>
              <a:avLst/>
              <a:gdLst>
                <a:gd name="connsiteX0" fmla="*/ 0 w 1737401"/>
                <a:gd name="connsiteY0" fmla="*/ 0 h 959536"/>
                <a:gd name="connsiteX1" fmla="*/ 123825 w 1737401"/>
                <a:gd name="connsiteY1" fmla="*/ 0 h 959536"/>
                <a:gd name="connsiteX2" fmla="*/ 123825 w 1737401"/>
                <a:gd name="connsiteY2" fmla="*/ 790277 h 959536"/>
                <a:gd name="connsiteX3" fmla="*/ 1490095 w 1737401"/>
                <a:gd name="connsiteY3" fmla="*/ 0 h 959536"/>
                <a:gd name="connsiteX4" fmla="*/ 1737401 w 1737401"/>
                <a:gd name="connsiteY4" fmla="*/ 0 h 959536"/>
                <a:gd name="connsiteX5" fmla="*/ 92869 w 1737401"/>
                <a:gd name="connsiteY5" fmla="*/ 951249 h 959536"/>
                <a:gd name="connsiteX6" fmla="*/ 61913 w 1737401"/>
                <a:gd name="connsiteY6" fmla="*/ 959536 h 959536"/>
                <a:gd name="connsiteX7" fmla="*/ 0 w 1737401"/>
                <a:gd name="connsiteY7" fmla="*/ 897624 h 95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7401" h="959536">
                  <a:moveTo>
                    <a:pt x="0" y="0"/>
                  </a:moveTo>
                  <a:lnTo>
                    <a:pt x="123825" y="0"/>
                  </a:lnTo>
                  <a:lnTo>
                    <a:pt x="123825" y="790277"/>
                  </a:lnTo>
                  <a:lnTo>
                    <a:pt x="1490095" y="0"/>
                  </a:lnTo>
                  <a:lnTo>
                    <a:pt x="1737401" y="0"/>
                  </a:lnTo>
                  <a:lnTo>
                    <a:pt x="92869" y="951249"/>
                  </a:lnTo>
                  <a:cubicBezTo>
                    <a:pt x="83458" y="956688"/>
                    <a:pt x="72780" y="959546"/>
                    <a:pt x="61913" y="959536"/>
                  </a:cubicBezTo>
                  <a:cubicBezTo>
                    <a:pt x="27719" y="959536"/>
                    <a:pt x="0" y="931818"/>
                    <a:pt x="0" y="89762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13">
              <a:extLst>
                <a:ext uri="{FF2B5EF4-FFF2-40B4-BE49-F238E27FC236}">
                  <a16:creationId xmlns:a16="http://schemas.microsoft.com/office/drawing/2014/main" id="{51E534EE-E0F1-2BD9-9A82-7656B90A2D9D}"/>
                </a:ext>
              </a:extLst>
            </p:cNvPr>
            <p:cNvSpPr/>
            <p:nvPr userDrawn="1"/>
          </p:nvSpPr>
          <p:spPr>
            <a:xfrm>
              <a:off x="6234405" y="7460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437"/>
            <a:ext cx="5257800" cy="2324046"/>
          </a:xfrm>
        </p:spPr>
        <p:txBody>
          <a:bodyPr anchor="b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657316"/>
            <a:ext cx="5257800" cy="3369858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13114" y="845068"/>
            <a:ext cx="5193792" cy="5193792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12/22/2025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21BD3DB-6F51-C1AE-FF0E-D0BDCB55F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536" y="2"/>
            <a:ext cx="11220225" cy="6857998"/>
            <a:chOff x="123536" y="2"/>
            <a:chExt cx="11220225" cy="6857998"/>
          </a:xfrm>
        </p:grpSpPr>
        <p:sp>
          <p:nvSpPr>
            <p:cNvPr id="12" name="Freeform: Shape 7">
              <a:extLst>
                <a:ext uri="{FF2B5EF4-FFF2-40B4-BE49-F238E27FC236}">
                  <a16:creationId xmlns:a16="http://schemas.microsoft.com/office/drawing/2014/main" id="{59903C17-0733-BE0C-7392-283FEC2E98B0}"/>
                </a:ext>
              </a:extLst>
            </p:cNvPr>
            <p:cNvSpPr/>
            <p:nvPr/>
          </p:nvSpPr>
          <p:spPr>
            <a:xfrm flipH="1">
              <a:off x="123536" y="5717905"/>
              <a:ext cx="1771609" cy="1140095"/>
            </a:xfrm>
            <a:custGeom>
              <a:avLst/>
              <a:gdLst>
                <a:gd name="connsiteX0" fmla="*/ 1561721 w 1771609"/>
                <a:gd name="connsiteY0" fmla="*/ 763041 h 1140095"/>
                <a:gd name="connsiteX1" fmla="*/ 1623024 w 1771609"/>
                <a:gd name="connsiteY1" fmla="*/ 792810 h 1140095"/>
                <a:gd name="connsiteX2" fmla="*/ 1711735 w 1771609"/>
                <a:gd name="connsiteY2" fmla="*/ 970132 h 1140095"/>
                <a:gd name="connsiteX3" fmla="*/ 1771609 w 1771609"/>
                <a:gd name="connsiteY3" fmla="*/ 1140095 h 1140095"/>
                <a:gd name="connsiteX4" fmla="*/ 1637225 w 1771609"/>
                <a:gd name="connsiteY4" fmla="*/ 1140095 h 1140095"/>
                <a:gd name="connsiteX5" fmla="*/ 1594820 w 1771609"/>
                <a:gd name="connsiteY5" fmla="*/ 1019711 h 1140095"/>
                <a:gd name="connsiteX6" fmla="*/ 1513200 w 1771609"/>
                <a:gd name="connsiteY6" fmla="*/ 856627 h 1140095"/>
                <a:gd name="connsiteX7" fmla="*/ 1538499 w 1771609"/>
                <a:gd name="connsiteY7" fmla="*/ 770415 h 1140095"/>
                <a:gd name="connsiteX8" fmla="*/ 1561721 w 1771609"/>
                <a:gd name="connsiteY8" fmla="*/ 763041 h 1140095"/>
                <a:gd name="connsiteX9" fmla="*/ 933455 w 1771609"/>
                <a:gd name="connsiteY9" fmla="*/ 161309 h 1140095"/>
                <a:gd name="connsiteX10" fmla="*/ 957797 w 1771609"/>
                <a:gd name="connsiteY10" fmla="*/ 167970 h 1140095"/>
                <a:gd name="connsiteX11" fmla="*/ 1286982 w 1771609"/>
                <a:gd name="connsiteY11" fmla="*/ 387616 h 1140095"/>
                <a:gd name="connsiteX12" fmla="*/ 1293725 w 1771609"/>
                <a:gd name="connsiteY12" fmla="*/ 477075 h 1140095"/>
                <a:gd name="connsiteX13" fmla="*/ 1245453 w 1771609"/>
                <a:gd name="connsiteY13" fmla="*/ 499154 h 1140095"/>
                <a:gd name="connsiteX14" fmla="*/ 1245167 w 1771609"/>
                <a:gd name="connsiteY14" fmla="*/ 499154 h 1140095"/>
                <a:gd name="connsiteX15" fmla="*/ 1203638 w 1771609"/>
                <a:gd name="connsiteY15" fmla="*/ 484104 h 1140095"/>
                <a:gd name="connsiteX16" fmla="*/ 900647 w 1771609"/>
                <a:gd name="connsiteY16" fmla="*/ 281508 h 1140095"/>
                <a:gd name="connsiteX17" fmla="*/ 872454 w 1771609"/>
                <a:gd name="connsiteY17" fmla="*/ 196164 h 1140095"/>
                <a:gd name="connsiteX18" fmla="*/ 933455 w 1771609"/>
                <a:gd name="connsiteY18" fmla="*/ 161309 h 1140095"/>
                <a:gd name="connsiteX19" fmla="*/ 256260 w 1771609"/>
                <a:gd name="connsiteY19" fmla="*/ 29 h 1140095"/>
                <a:gd name="connsiteX20" fmla="*/ 454020 w 1771609"/>
                <a:gd name="connsiteY20" fmla="*/ 13474 h 1140095"/>
                <a:gd name="connsiteX21" fmla="*/ 509236 w 1771609"/>
                <a:gd name="connsiteY21" fmla="*/ 84182 h 1140095"/>
                <a:gd name="connsiteX22" fmla="*/ 445829 w 1771609"/>
                <a:gd name="connsiteY22" fmla="*/ 139871 h 1140095"/>
                <a:gd name="connsiteX23" fmla="*/ 437447 w 1771609"/>
                <a:gd name="connsiteY23" fmla="*/ 139395 h 1140095"/>
                <a:gd name="connsiteX24" fmla="*/ 73211 w 1771609"/>
                <a:gd name="connsiteY24" fmla="*/ 137204 h 1140095"/>
                <a:gd name="connsiteX25" fmla="*/ 749 w 1771609"/>
                <a:gd name="connsiteY25" fmla="*/ 84082 h 1140095"/>
                <a:gd name="connsiteX26" fmla="*/ 53871 w 1771609"/>
                <a:gd name="connsiteY26" fmla="*/ 11621 h 1140095"/>
                <a:gd name="connsiteX27" fmla="*/ 58352 w 1771609"/>
                <a:gd name="connsiteY27" fmla="*/ 11093 h 1140095"/>
                <a:gd name="connsiteX28" fmla="*/ 256260 w 1771609"/>
                <a:gd name="connsiteY28" fmla="*/ 29 h 1140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71609" h="1140095">
                  <a:moveTo>
                    <a:pt x="1561721" y="763041"/>
                  </a:moveTo>
                  <a:cubicBezTo>
                    <a:pt x="1585506" y="760324"/>
                    <a:pt x="1609722" y="771249"/>
                    <a:pt x="1623024" y="792810"/>
                  </a:cubicBezTo>
                  <a:cubicBezTo>
                    <a:pt x="1656300" y="850065"/>
                    <a:pt x="1685920" y="909291"/>
                    <a:pt x="1711735" y="970132"/>
                  </a:cubicBezTo>
                  <a:lnTo>
                    <a:pt x="1771609" y="1140095"/>
                  </a:lnTo>
                  <a:lnTo>
                    <a:pt x="1637225" y="1140095"/>
                  </a:lnTo>
                  <a:lnTo>
                    <a:pt x="1594820" y="1019711"/>
                  </a:lnTo>
                  <a:cubicBezTo>
                    <a:pt x="1571072" y="963753"/>
                    <a:pt x="1543818" y="909282"/>
                    <a:pt x="1513200" y="856627"/>
                  </a:cubicBezTo>
                  <a:cubicBezTo>
                    <a:pt x="1496379" y="825834"/>
                    <a:pt x="1507704" y="787236"/>
                    <a:pt x="1538499" y="770415"/>
                  </a:cubicBezTo>
                  <a:cubicBezTo>
                    <a:pt x="1545912" y="766367"/>
                    <a:pt x="1553792" y="763946"/>
                    <a:pt x="1561721" y="763041"/>
                  </a:cubicBezTo>
                  <a:close/>
                  <a:moveTo>
                    <a:pt x="933455" y="161309"/>
                  </a:moveTo>
                  <a:cubicBezTo>
                    <a:pt x="941693" y="161855"/>
                    <a:pt x="949959" y="164025"/>
                    <a:pt x="957797" y="167970"/>
                  </a:cubicBezTo>
                  <a:cubicBezTo>
                    <a:pt x="1076184" y="227289"/>
                    <a:pt x="1186759" y="301068"/>
                    <a:pt x="1286982" y="387616"/>
                  </a:cubicBezTo>
                  <a:cubicBezTo>
                    <a:pt x="1313547" y="410457"/>
                    <a:pt x="1316566" y="450510"/>
                    <a:pt x="1293725" y="477075"/>
                  </a:cubicBezTo>
                  <a:cubicBezTo>
                    <a:pt x="1281638" y="491137"/>
                    <a:pt x="1263998" y="499204"/>
                    <a:pt x="1245453" y="499154"/>
                  </a:cubicBezTo>
                  <a:lnTo>
                    <a:pt x="1245167" y="499154"/>
                  </a:lnTo>
                  <a:cubicBezTo>
                    <a:pt x="1229965" y="499301"/>
                    <a:pt x="1215220" y="493956"/>
                    <a:pt x="1203638" y="484104"/>
                  </a:cubicBezTo>
                  <a:cubicBezTo>
                    <a:pt x="1111407" y="404300"/>
                    <a:pt x="1009633" y="336248"/>
                    <a:pt x="900647" y="281508"/>
                  </a:cubicBezTo>
                  <a:cubicBezTo>
                    <a:pt x="869295" y="265726"/>
                    <a:pt x="856672" y="227516"/>
                    <a:pt x="872454" y="196164"/>
                  </a:cubicBezTo>
                  <a:cubicBezTo>
                    <a:pt x="884290" y="172650"/>
                    <a:pt x="908742" y="159670"/>
                    <a:pt x="933455" y="161309"/>
                  </a:cubicBezTo>
                  <a:close/>
                  <a:moveTo>
                    <a:pt x="256260" y="29"/>
                  </a:moveTo>
                  <a:cubicBezTo>
                    <a:pt x="322331" y="427"/>
                    <a:pt x="388378" y="4909"/>
                    <a:pt x="454020" y="13474"/>
                  </a:cubicBezTo>
                  <a:cubicBezTo>
                    <a:pt x="488793" y="17752"/>
                    <a:pt x="513514" y="49409"/>
                    <a:pt x="509236" y="84182"/>
                  </a:cubicBezTo>
                  <a:cubicBezTo>
                    <a:pt x="505303" y="116151"/>
                    <a:pt x="478038" y="140098"/>
                    <a:pt x="445829" y="139871"/>
                  </a:cubicBezTo>
                  <a:cubicBezTo>
                    <a:pt x="443027" y="139899"/>
                    <a:pt x="440227" y="139740"/>
                    <a:pt x="437447" y="139395"/>
                  </a:cubicBezTo>
                  <a:cubicBezTo>
                    <a:pt x="316592" y="123615"/>
                    <a:pt x="194247" y="122878"/>
                    <a:pt x="73211" y="137204"/>
                  </a:cubicBezTo>
                  <a:cubicBezTo>
                    <a:pt x="38532" y="142545"/>
                    <a:pt x="6090" y="118762"/>
                    <a:pt x="749" y="84082"/>
                  </a:cubicBezTo>
                  <a:cubicBezTo>
                    <a:pt x="-4591" y="49403"/>
                    <a:pt x="19192" y="16961"/>
                    <a:pt x="53871" y="11621"/>
                  </a:cubicBezTo>
                  <a:cubicBezTo>
                    <a:pt x="55358" y="11392"/>
                    <a:pt x="56852" y="11216"/>
                    <a:pt x="58352" y="11093"/>
                  </a:cubicBezTo>
                  <a:cubicBezTo>
                    <a:pt x="124093" y="3319"/>
                    <a:pt x="190189" y="-369"/>
                    <a:pt x="256260" y="29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">
              <a:extLst>
                <a:ext uri="{FF2B5EF4-FFF2-40B4-BE49-F238E27FC236}">
                  <a16:creationId xmlns:a16="http://schemas.microsoft.com/office/drawing/2014/main" id="{898A3450-9C87-13ED-79CC-F4F65D14FF72}"/>
                </a:ext>
              </a:extLst>
            </p:cNvPr>
            <p:cNvSpPr/>
            <p:nvPr userDrawn="1"/>
          </p:nvSpPr>
          <p:spPr>
            <a:xfrm>
              <a:off x="10494433" y="2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2882462" cy="4297678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038599" y="1825625"/>
            <a:ext cx="7315199" cy="429768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12/22/2025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9FE4C84-13A1-72EA-6541-7C8FDDEA7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1563" y="5800859"/>
            <a:ext cx="692016" cy="692016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0468883-4E51-D3BD-E1C6-601ED9B6E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1438747" flipV="1">
            <a:off x="7967025" y="2530995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111AEF3F-9A86-45CE-4817-E3E6863DC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764789" y="390570"/>
            <a:ext cx="437721" cy="797078"/>
          </a:xfrm>
          <a:custGeom>
            <a:avLst/>
            <a:gdLst>
              <a:gd name="connsiteX0" fmla="*/ 28069 w 437721"/>
              <a:gd name="connsiteY0" fmla="*/ 0 h 797078"/>
              <a:gd name="connsiteX1" fmla="*/ 437721 w 437721"/>
              <a:gd name="connsiteY1" fmla="*/ 398539 h 797078"/>
              <a:gd name="connsiteX2" fmla="*/ 28069 w 437721"/>
              <a:gd name="connsiteY2" fmla="*/ 797078 h 797078"/>
              <a:gd name="connsiteX3" fmla="*/ 0 w 437721"/>
              <a:gd name="connsiteY3" fmla="*/ 794325 h 797078"/>
              <a:gd name="connsiteX4" fmla="*/ 0 w 437721"/>
              <a:gd name="connsiteY4" fmla="*/ 2753 h 797078"/>
              <a:gd name="connsiteX5" fmla="*/ 28069 w 437721"/>
              <a:gd name="connsiteY5" fmla="*/ 0 h 797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7721" h="797078">
                <a:moveTo>
                  <a:pt x="28069" y="0"/>
                </a:moveTo>
                <a:cubicBezTo>
                  <a:pt x="254314" y="0"/>
                  <a:pt x="437721" y="178432"/>
                  <a:pt x="437721" y="398539"/>
                </a:cubicBezTo>
                <a:cubicBezTo>
                  <a:pt x="437721" y="618646"/>
                  <a:pt x="254314" y="797078"/>
                  <a:pt x="28069" y="797078"/>
                </a:cubicBezTo>
                <a:lnTo>
                  <a:pt x="0" y="794325"/>
                </a:lnTo>
                <a:lnTo>
                  <a:pt x="0" y="2753"/>
                </a:lnTo>
                <a:lnTo>
                  <a:pt x="2806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5A792C8-BB21-CDAF-668C-C1EFF45540C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38200" y="1825625"/>
            <a:ext cx="6934200" cy="4297680"/>
          </a:xfrm>
          <a:noFill/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>
              <a:spcBef>
                <a:spcPts val="500"/>
              </a:spcBef>
              <a:spcAft>
                <a:spcPts val="800"/>
              </a:spcAft>
              <a:buClr>
                <a:schemeClr val="accent2"/>
              </a:buClr>
              <a:defRPr sz="1800"/>
            </a:lvl2pPr>
            <a:lvl3pPr>
              <a:spcBef>
                <a:spcPts val="1000"/>
              </a:spcBef>
              <a:buClr>
                <a:schemeClr val="accent2"/>
              </a:buClr>
              <a:defRPr sz="1800"/>
            </a:lvl3pPr>
            <a:lvl4pPr>
              <a:spcBef>
                <a:spcPts val="1000"/>
              </a:spcBef>
              <a:buClr>
                <a:schemeClr val="accent2"/>
              </a:buClr>
              <a:defRPr sz="1800"/>
            </a:lvl4pPr>
            <a:lvl5pPr>
              <a:spcBef>
                <a:spcPts val="1000"/>
              </a:spcBef>
              <a:buClr>
                <a:schemeClr val="accent2"/>
              </a:buClr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sz="1800" dirty="0">
              <a:latin typeface="Avenir Next LT Pro" panose="020B0504020202020204" pitchFamily="34" charset="77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903029" y="1825625"/>
            <a:ext cx="3450771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12/22/2025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8199" y="1825625"/>
            <a:ext cx="10515600" cy="429768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7B7232D-F1A6-B6C3-3BBF-E834CC7CD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5930138" cy="6858001"/>
            <a:chOff x="0" y="-1"/>
            <a:chExt cx="5930138" cy="6858001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D306340-6BFD-FE3D-535B-B59C1C44EDDA}"/>
                </a:ext>
              </a:extLst>
            </p:cNvPr>
            <p:cNvSpPr/>
            <p:nvPr userDrawn="1"/>
          </p:nvSpPr>
          <p:spPr>
            <a:xfrm>
              <a:off x="383877" y="778462"/>
              <a:ext cx="5315035" cy="53150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reeform: Shape 11">
              <a:extLst>
                <a:ext uri="{FF2B5EF4-FFF2-40B4-BE49-F238E27FC236}">
                  <a16:creationId xmlns:a16="http://schemas.microsoft.com/office/drawing/2014/main" id="{338E6C4B-ABF3-8B7E-8DCF-A93F69C712B1}"/>
                </a:ext>
              </a:extLst>
            </p:cNvPr>
            <p:cNvSpPr/>
            <p:nvPr userDrawn="1"/>
          </p:nvSpPr>
          <p:spPr>
            <a:xfrm flipH="1">
              <a:off x="530529" y="0"/>
              <a:ext cx="1155142" cy="591009"/>
            </a:xfrm>
            <a:custGeom>
              <a:avLst/>
              <a:gdLst>
                <a:gd name="connsiteX0" fmla="*/ 1355 w 1155142"/>
                <a:gd name="connsiteY0" fmla="*/ 0 h 591009"/>
                <a:gd name="connsiteX1" fmla="*/ 1153787 w 1155142"/>
                <a:gd name="connsiteY1" fmla="*/ 0 h 591009"/>
                <a:gd name="connsiteX2" fmla="*/ 1155142 w 1155142"/>
                <a:gd name="connsiteY2" fmla="*/ 13438 h 591009"/>
                <a:gd name="connsiteX3" fmla="*/ 577571 w 1155142"/>
                <a:gd name="connsiteY3" fmla="*/ 591009 h 591009"/>
                <a:gd name="connsiteX4" fmla="*/ 0 w 1155142"/>
                <a:gd name="connsiteY4" fmla="*/ 13438 h 591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5142" h="591009">
                  <a:moveTo>
                    <a:pt x="1355" y="0"/>
                  </a:moveTo>
                  <a:lnTo>
                    <a:pt x="1153787" y="0"/>
                  </a:lnTo>
                  <a:lnTo>
                    <a:pt x="1155142" y="13438"/>
                  </a:lnTo>
                  <a:cubicBezTo>
                    <a:pt x="1155142" y="332422"/>
                    <a:pt x="896555" y="591009"/>
                    <a:pt x="577571" y="591009"/>
                  </a:cubicBezTo>
                  <a:cubicBezTo>
                    <a:pt x="258587" y="591009"/>
                    <a:pt x="0" y="332422"/>
                    <a:pt x="0" y="13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13">
              <a:extLst>
                <a:ext uri="{FF2B5EF4-FFF2-40B4-BE49-F238E27FC236}">
                  <a16:creationId xmlns:a16="http://schemas.microsoft.com/office/drawing/2014/main" id="{6F90F99F-B12A-E8F9-5A86-D76B201D6308}"/>
                </a:ext>
              </a:extLst>
            </p:cNvPr>
            <p:cNvSpPr/>
            <p:nvPr userDrawn="1"/>
          </p:nvSpPr>
          <p:spPr>
            <a:xfrm flipH="1">
              <a:off x="3961511" y="-1"/>
              <a:ext cx="1737401" cy="959536"/>
            </a:xfrm>
            <a:custGeom>
              <a:avLst/>
              <a:gdLst>
                <a:gd name="connsiteX0" fmla="*/ 0 w 1737401"/>
                <a:gd name="connsiteY0" fmla="*/ 0 h 959536"/>
                <a:gd name="connsiteX1" fmla="*/ 123825 w 1737401"/>
                <a:gd name="connsiteY1" fmla="*/ 0 h 959536"/>
                <a:gd name="connsiteX2" fmla="*/ 123825 w 1737401"/>
                <a:gd name="connsiteY2" fmla="*/ 790277 h 959536"/>
                <a:gd name="connsiteX3" fmla="*/ 1490095 w 1737401"/>
                <a:gd name="connsiteY3" fmla="*/ 0 h 959536"/>
                <a:gd name="connsiteX4" fmla="*/ 1737401 w 1737401"/>
                <a:gd name="connsiteY4" fmla="*/ 0 h 959536"/>
                <a:gd name="connsiteX5" fmla="*/ 92869 w 1737401"/>
                <a:gd name="connsiteY5" fmla="*/ 951249 h 959536"/>
                <a:gd name="connsiteX6" fmla="*/ 61913 w 1737401"/>
                <a:gd name="connsiteY6" fmla="*/ 959536 h 959536"/>
                <a:gd name="connsiteX7" fmla="*/ 0 w 1737401"/>
                <a:gd name="connsiteY7" fmla="*/ 897624 h 95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7401" h="959536">
                  <a:moveTo>
                    <a:pt x="0" y="0"/>
                  </a:moveTo>
                  <a:lnTo>
                    <a:pt x="123825" y="0"/>
                  </a:lnTo>
                  <a:lnTo>
                    <a:pt x="123825" y="790277"/>
                  </a:lnTo>
                  <a:lnTo>
                    <a:pt x="1490095" y="0"/>
                  </a:lnTo>
                  <a:lnTo>
                    <a:pt x="1737401" y="0"/>
                  </a:lnTo>
                  <a:lnTo>
                    <a:pt x="92869" y="951249"/>
                  </a:lnTo>
                  <a:cubicBezTo>
                    <a:pt x="83458" y="956688"/>
                    <a:pt x="72780" y="959546"/>
                    <a:pt x="61913" y="959536"/>
                  </a:cubicBezTo>
                  <a:cubicBezTo>
                    <a:pt x="27719" y="959536"/>
                    <a:pt x="0" y="931818"/>
                    <a:pt x="0" y="89762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5">
              <a:extLst>
                <a:ext uri="{FF2B5EF4-FFF2-40B4-BE49-F238E27FC236}">
                  <a16:creationId xmlns:a16="http://schemas.microsoft.com/office/drawing/2014/main" id="{BFA99EFE-81BC-95EA-FA61-B7199AD98A74}"/>
                </a:ext>
              </a:extLst>
            </p:cNvPr>
            <p:cNvSpPr/>
            <p:nvPr userDrawn="1"/>
          </p:nvSpPr>
          <p:spPr>
            <a:xfrm flipH="1">
              <a:off x="0" y="2936831"/>
              <a:ext cx="159741" cy="552996"/>
            </a:xfrm>
            <a:custGeom>
              <a:avLst/>
              <a:gdLst>
                <a:gd name="connsiteX0" fmla="*/ 159741 w 159741"/>
                <a:gd name="connsiteY0" fmla="*/ 0 h 552996"/>
                <a:gd name="connsiteX1" fmla="*/ 159741 w 159741"/>
                <a:gd name="connsiteY1" fmla="*/ 552996 h 552996"/>
                <a:gd name="connsiteX2" fmla="*/ 141849 w 159741"/>
                <a:gd name="connsiteY2" fmla="*/ 543285 h 552996"/>
                <a:gd name="connsiteX3" fmla="*/ 0 w 159741"/>
                <a:gd name="connsiteY3" fmla="*/ 276498 h 552996"/>
                <a:gd name="connsiteX4" fmla="*/ 141849 w 159741"/>
                <a:gd name="connsiteY4" fmla="*/ 9711 h 552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741" h="552996">
                  <a:moveTo>
                    <a:pt x="159741" y="0"/>
                  </a:moveTo>
                  <a:lnTo>
                    <a:pt x="159741" y="552996"/>
                  </a:lnTo>
                  <a:lnTo>
                    <a:pt x="141849" y="543285"/>
                  </a:lnTo>
                  <a:cubicBezTo>
                    <a:pt x="56268" y="485467"/>
                    <a:pt x="0" y="387554"/>
                    <a:pt x="0" y="276498"/>
                  </a:cubicBezTo>
                  <a:cubicBezTo>
                    <a:pt x="0" y="165443"/>
                    <a:pt x="56268" y="67529"/>
                    <a:pt x="141849" y="9711"/>
                  </a:cubicBezTo>
                  <a:close/>
                </a:path>
              </a:pathLst>
            </a:custGeom>
            <a:solidFill>
              <a:schemeClr val="accent4"/>
            </a:solidFill>
            <a:ln w="1270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7">
              <a:extLst>
                <a:ext uri="{FF2B5EF4-FFF2-40B4-BE49-F238E27FC236}">
                  <a16:creationId xmlns:a16="http://schemas.microsoft.com/office/drawing/2014/main" id="{DD9FC028-D877-28FE-C646-DBD85D932641}"/>
                </a:ext>
              </a:extLst>
            </p:cNvPr>
            <p:cNvSpPr/>
            <p:nvPr userDrawn="1"/>
          </p:nvSpPr>
          <p:spPr>
            <a:xfrm flipH="1">
              <a:off x="0" y="5835649"/>
              <a:ext cx="1548180" cy="1022351"/>
            </a:xfrm>
            <a:custGeom>
              <a:avLst/>
              <a:gdLst>
                <a:gd name="connsiteX0" fmla="*/ 61913 w 1548180"/>
                <a:gd name="connsiteY0" fmla="*/ 0 h 1022351"/>
                <a:gd name="connsiteX1" fmla="*/ 1548180 w 1548180"/>
                <a:gd name="connsiteY1" fmla="*/ 0 h 1022351"/>
                <a:gd name="connsiteX2" fmla="*/ 1548180 w 1548180"/>
                <a:gd name="connsiteY2" fmla="*/ 123825 h 1022351"/>
                <a:gd name="connsiteX3" fmla="*/ 123825 w 1548180"/>
                <a:gd name="connsiteY3" fmla="*/ 123825 h 1022351"/>
                <a:gd name="connsiteX4" fmla="*/ 123825 w 1548180"/>
                <a:gd name="connsiteY4" fmla="*/ 1022351 h 1022351"/>
                <a:gd name="connsiteX5" fmla="*/ 0 w 1548180"/>
                <a:gd name="connsiteY5" fmla="*/ 1022351 h 1022351"/>
                <a:gd name="connsiteX6" fmla="*/ 0 w 1548180"/>
                <a:gd name="connsiteY6" fmla="*/ 61913 h 1022351"/>
                <a:gd name="connsiteX7" fmla="*/ 61913 w 1548180"/>
                <a:gd name="connsiteY7" fmla="*/ 0 h 102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48180" h="1022351">
                  <a:moveTo>
                    <a:pt x="61913" y="0"/>
                  </a:moveTo>
                  <a:lnTo>
                    <a:pt x="1548180" y="0"/>
                  </a:lnTo>
                  <a:lnTo>
                    <a:pt x="1548180" y="123825"/>
                  </a:lnTo>
                  <a:lnTo>
                    <a:pt x="123825" y="123825"/>
                  </a:lnTo>
                  <a:lnTo>
                    <a:pt x="123825" y="1022351"/>
                  </a:lnTo>
                  <a:lnTo>
                    <a:pt x="0" y="1022351"/>
                  </a:ln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21">
              <a:extLst>
                <a:ext uri="{FF2B5EF4-FFF2-40B4-BE49-F238E27FC236}">
                  <a16:creationId xmlns:a16="http://schemas.microsoft.com/office/drawing/2014/main" id="{AA0AFFE9-F0C2-BDA0-BF87-9977706AB6A8}"/>
                </a:ext>
              </a:extLst>
            </p:cNvPr>
            <p:cNvSpPr/>
            <p:nvPr userDrawn="1"/>
          </p:nvSpPr>
          <p:spPr>
            <a:xfrm flipH="1">
              <a:off x="4364198" y="6258755"/>
              <a:ext cx="1565940" cy="599245"/>
            </a:xfrm>
            <a:custGeom>
              <a:avLst/>
              <a:gdLst>
                <a:gd name="connsiteX0" fmla="*/ 782970 w 1565940"/>
                <a:gd name="connsiteY0" fmla="*/ 0 h 599245"/>
                <a:gd name="connsiteX1" fmla="*/ 1528042 w 1565940"/>
                <a:gd name="connsiteY1" fmla="*/ 480469 h 599245"/>
                <a:gd name="connsiteX2" fmla="*/ 1565940 w 1565940"/>
                <a:gd name="connsiteY2" fmla="*/ 599245 h 599245"/>
                <a:gd name="connsiteX3" fmla="*/ 0 w 1565940"/>
                <a:gd name="connsiteY3" fmla="*/ 599245 h 599245"/>
                <a:gd name="connsiteX4" fmla="*/ 37898 w 1565940"/>
                <a:gd name="connsiteY4" fmla="*/ 480469 h 599245"/>
                <a:gd name="connsiteX5" fmla="*/ 782970 w 1565940"/>
                <a:gd name="connsiteY5" fmla="*/ 0 h 599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65940" h="599245">
                  <a:moveTo>
                    <a:pt x="782970" y="0"/>
                  </a:moveTo>
                  <a:cubicBezTo>
                    <a:pt x="1117910" y="0"/>
                    <a:pt x="1405287" y="198118"/>
                    <a:pt x="1528042" y="480469"/>
                  </a:cubicBezTo>
                  <a:lnTo>
                    <a:pt x="1565940" y="599245"/>
                  </a:lnTo>
                  <a:lnTo>
                    <a:pt x="0" y="599245"/>
                  </a:lnTo>
                  <a:lnTo>
                    <a:pt x="37898" y="480469"/>
                  </a:lnTo>
                  <a:cubicBezTo>
                    <a:pt x="160653" y="198118"/>
                    <a:pt x="448030" y="0"/>
                    <a:pt x="7829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876" y="764502"/>
            <a:ext cx="5315035" cy="5328996"/>
          </a:xfrm>
        </p:spPr>
        <p:txBody>
          <a:bodyPr>
            <a:noAutofit/>
          </a:bodyPr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05455" y="755171"/>
            <a:ext cx="4619937" cy="5315035"/>
          </a:xfrm>
        </p:spPr>
        <p:txBody>
          <a:bodyPr anchor="ctr" anchorCtr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400"/>
            </a:lvl1pPr>
            <a:lvl2pPr marL="800100" indent="-3429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16573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4pPr>
            <a:lvl5pPr marL="21145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12/22/2025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8" r:id="rId3"/>
    <p:sldLayoutId id="2147483650" r:id="rId4"/>
    <p:sldLayoutId id="2147483649" r:id="rId5"/>
    <p:sldLayoutId id="2147483662" r:id="rId6"/>
    <p:sldLayoutId id="2147483663" r:id="rId7"/>
    <p:sldLayoutId id="2147483652" r:id="rId8"/>
    <p:sldLayoutId id="2147483666" r:id="rId9"/>
    <p:sldLayoutId id="2147483664" r:id="rId10"/>
    <p:sldLayoutId id="2147483665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92436" y="2587429"/>
            <a:ext cx="6261291" cy="2396686"/>
          </a:xfrm>
          <a:noFill/>
        </p:spPr>
        <p:txBody>
          <a:bodyPr anchor="b">
            <a:noAutofit/>
          </a:bodyPr>
          <a:lstStyle/>
          <a:p>
            <a:r>
              <a:rPr lang="en-US" dirty="0"/>
              <a:t>C++ Slideshow</a:t>
            </a:r>
          </a:p>
        </p:txBody>
      </p:sp>
    </p:spTree>
    <p:extLst>
      <p:ext uri="{BB962C8B-B14F-4D97-AF65-F5344CB8AC3E}">
        <p14:creationId xmlns:p14="http://schemas.microsoft.com/office/powerpoint/2010/main" val="517426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57" y="1119031"/>
            <a:ext cx="4384736" cy="4619938"/>
          </a:xfrm>
          <a:noFill/>
        </p:spPr>
        <p:txBody>
          <a:bodyPr>
            <a:no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7701" y="429107"/>
            <a:ext cx="5552091" cy="5768220"/>
          </a:xfrm>
          <a:noFill/>
        </p:spPr>
        <p:txBody>
          <a:bodyPr>
            <a:normAutofit/>
          </a:bodyPr>
          <a:lstStyle/>
          <a:p>
            <a:r>
              <a:rPr lang="en-US" dirty="0"/>
              <a:t>Introduction &amp; Project Overview</a:t>
            </a:r>
          </a:p>
          <a:p>
            <a:r>
              <a:rPr lang="en-US" dirty="0"/>
              <a:t>Core Features</a:t>
            </a:r>
          </a:p>
          <a:p>
            <a:r>
              <a:rPr lang="en-US" dirty="0"/>
              <a:t>Supported Shapes &amp; Colors</a:t>
            </a:r>
          </a:p>
          <a:p>
            <a:r>
              <a:rPr lang="en-US" dirty="0"/>
              <a:t>Project Architecture</a:t>
            </a:r>
          </a:p>
          <a:p>
            <a:r>
              <a:rPr lang="en-US" dirty="0"/>
              <a:t>OOP Design Patterns Used</a:t>
            </a:r>
          </a:p>
          <a:p>
            <a:r>
              <a:rPr lang="en-US" dirty="0"/>
              <a:t>Commands &amp; User Interface</a:t>
            </a:r>
          </a:p>
          <a:p>
            <a:r>
              <a:rPr lang="en-US" dirty="0"/>
              <a:t>File Format &amp; Data Persistence</a:t>
            </a:r>
          </a:p>
          <a:p>
            <a:r>
              <a:rPr lang="en-US" dirty="0"/>
              <a:t>Image Export Capabilities</a:t>
            </a:r>
          </a:p>
          <a:p>
            <a:r>
              <a:rPr lang="en-US" dirty="0"/>
              <a:t>Live Demo</a:t>
            </a:r>
          </a:p>
          <a:p>
            <a:r>
              <a:rPr lang="en-US" dirty="0"/>
              <a:t>Conclusion &amp; Future Work</a:t>
            </a:r>
          </a:p>
        </p:txBody>
      </p:sp>
    </p:spTree>
    <p:extLst>
      <p:ext uri="{BB962C8B-B14F-4D97-AF65-F5344CB8AC3E}">
        <p14:creationId xmlns:p14="http://schemas.microsoft.com/office/powerpoint/2010/main" val="3920724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941" y="0"/>
            <a:ext cx="10515600" cy="1472974"/>
          </a:xfrm>
          <a:noFill/>
        </p:spPr>
        <p:txBody>
          <a:bodyPr anchor="ctr"/>
          <a:lstStyle/>
          <a:p>
            <a:r>
              <a:rPr lang="en-US" b="1" dirty="0"/>
              <a:t> Introduction &amp; 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96470" y="1134370"/>
            <a:ext cx="8012113" cy="4284889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Create, view, and manage visual presentations from the terminal </a:t>
            </a:r>
          </a:p>
          <a:p>
            <a:r>
              <a:rPr lang="en-US" dirty="0"/>
              <a:t>Demonstrate Object-Oriented Programming principles in practice</a:t>
            </a:r>
          </a:p>
          <a:p>
            <a:r>
              <a:rPr lang="en-US" dirty="0" err="1"/>
              <a:t>CMake</a:t>
            </a:r>
            <a:r>
              <a:rPr lang="en-US" dirty="0"/>
              <a:t> build system for easy compilation</a:t>
            </a:r>
          </a:p>
          <a:p>
            <a:r>
              <a:rPr lang="en-US" dirty="0"/>
              <a:t>Real-time ASCII art visualization with colors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1A15B8-F063-9CD4-0A16-EE5EF5A19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3157" y="2965488"/>
            <a:ext cx="5937431" cy="383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US" b="1" dirty="0"/>
              <a:t> Core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7168" y="1838588"/>
            <a:ext cx="4987954" cy="4297680"/>
          </a:xfrm>
          <a:noFill/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/>
              <a:t>Visual Rendering:</a:t>
            </a:r>
            <a:r>
              <a:rPr lang="en-US" dirty="0"/>
              <a:t> Real-time ASCII art visualization directly in terminal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/>
              <a:t>Full Color Support:</a:t>
            </a:r>
            <a:r>
              <a:rPr lang="en-US" dirty="0"/>
              <a:t> 20+ named colors using ANSI escape codes 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/>
              <a:t>Image Export:</a:t>
            </a:r>
            <a:r>
              <a:rPr lang="en-US" dirty="0"/>
              <a:t>  Export to BMP (bitmap) and SVG (vector graphics)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/>
              <a:t>Rich Shape Properties:</a:t>
            </a:r>
            <a:r>
              <a:rPr lang="en-US" dirty="0"/>
              <a:t> Color, size, position, border width, fill options 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641596" y="1838588"/>
            <a:ext cx="6249797" cy="4297680"/>
          </a:xfrm>
          <a:noFill/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/>
              <a:t>Factory </a:t>
            </a:r>
            <a:r>
              <a:rPr lang="en-US" b="1" dirty="0" err="1"/>
              <a:t>Pattern:</a:t>
            </a:r>
            <a:r>
              <a:rPr lang="en-US" dirty="0" err="1"/>
              <a:t>Professional</a:t>
            </a:r>
            <a:r>
              <a:rPr lang="en-US" dirty="0"/>
              <a:t> shape creation using Factory design pattern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/>
              <a:t>Interactive Editing: </a:t>
            </a:r>
            <a:r>
              <a:rPr lang="en-US" dirty="0"/>
              <a:t>Add, edit, delete shapes with intuitive wizard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/>
              <a:t>Multi-Presentation:</a:t>
            </a:r>
            <a:r>
              <a:rPr lang="en-US" dirty="0"/>
              <a:t> Load and navigate between multiple presentation files 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/>
              <a:t>File Persistence:</a:t>
            </a:r>
            <a:r>
              <a:rPr lang="en-US" dirty="0"/>
              <a:t> Save and load presentations from text files </a:t>
            </a:r>
          </a:p>
        </p:txBody>
      </p:sp>
    </p:spTree>
    <p:extLst>
      <p:ext uri="{BB962C8B-B14F-4D97-AF65-F5344CB8AC3E}">
        <p14:creationId xmlns:p14="http://schemas.microsoft.com/office/powerpoint/2010/main" val="1127649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253E15C-D8BF-1CB9-AD79-0FBE94E44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3020" y="1053031"/>
            <a:ext cx="6037031" cy="3074353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E727127-79AA-FBF4-8FF7-859DD762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99" y="251883"/>
            <a:ext cx="6975652" cy="624979"/>
          </a:xfrm>
          <a:noFill/>
        </p:spPr>
        <p:txBody>
          <a:bodyPr anchor="ctr"/>
          <a:lstStyle/>
          <a:p>
            <a:r>
              <a:rPr lang="en-US" sz="2400" b="1" dirty="0"/>
              <a:t>Visual mode output</a:t>
            </a:r>
            <a:r>
              <a:rPr lang="en-US" sz="2400" dirty="0"/>
              <a:t> showing colored shapes in terminal</a:t>
            </a:r>
            <a:endParaRPr lang="en-US" sz="2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F8F7D4-F22F-4540-C20D-247142E4A3FB}"/>
              </a:ext>
            </a:extLst>
          </p:cNvPr>
          <p:cNvSpPr txBox="1"/>
          <p:nvPr/>
        </p:nvSpPr>
        <p:spPr>
          <a:xfrm>
            <a:off x="109899" y="4389432"/>
            <a:ext cx="6096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Tw Cen MT (Headings)"/>
              </a:rPr>
              <a:t>Text mode output</a:t>
            </a:r>
            <a:r>
              <a:rPr lang="en-US" b="0" i="0" dirty="0">
                <a:effectLst/>
                <a:latin typeface="Tw Cen MT (Headings)"/>
              </a:rPr>
              <a:t> showing shape list:</a:t>
            </a:r>
            <a:endParaRPr lang="en-US" dirty="0">
              <a:latin typeface="Tw Cen MT (Headings)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C2D1C68-C8C9-8676-C41E-8429C6570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3020" y="5076205"/>
            <a:ext cx="4972744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145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083" y="130234"/>
            <a:ext cx="8452607" cy="628970"/>
          </a:xfrm>
          <a:noFill/>
        </p:spPr>
        <p:txBody>
          <a:bodyPr anchor="ctr"/>
          <a:lstStyle/>
          <a:p>
            <a:r>
              <a:rPr lang="en-US" dirty="0"/>
              <a:t>Supported Shapes &amp; Colors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E640F-7F5A-BDB7-205D-765FA80B67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8083" y="852502"/>
            <a:ext cx="3125597" cy="372291"/>
          </a:xfrm>
          <a:noFill/>
        </p:spPr>
        <p:txBody>
          <a:bodyPr>
            <a:normAutofit/>
          </a:bodyPr>
          <a:lstStyle/>
          <a:p>
            <a:r>
              <a:rPr lang="en-US" b="1" dirty="0"/>
              <a:t>Shape Types Available: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6D7563-841E-EAE3-9310-DBE9785B8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34" y="1542744"/>
            <a:ext cx="4344006" cy="438211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7542D9A-95E1-A231-131E-6D22FD0A877A}"/>
              </a:ext>
            </a:extLst>
          </p:cNvPr>
          <p:cNvSpPr txBox="1"/>
          <p:nvPr/>
        </p:nvSpPr>
        <p:spPr>
          <a:xfrm>
            <a:off x="5495924" y="2119304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effectLst/>
              </a:rPr>
              <a:t>20 Available Colors:</a:t>
            </a:r>
            <a:r>
              <a:rPr lang="en-US" dirty="0">
                <a:effectLst/>
              </a:rPr>
              <a:t> </a:t>
            </a:r>
          </a:p>
          <a:p>
            <a:r>
              <a:rPr lang="en-US" dirty="0">
                <a:effectLst/>
              </a:rPr>
              <a:t>Red, Green, Blue, Yellow, Cyan, Magenta, Orange, Purple, Pink, White, Black, Gray, Brown, Gold, Silver, Navy, Teal, Lime, Coral, Violet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6C08A-99FF-BF0C-6B76-9EF41BA0C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675" y="99218"/>
            <a:ext cx="5118847" cy="877328"/>
          </a:xfrm>
        </p:spPr>
        <p:txBody>
          <a:bodyPr/>
          <a:lstStyle/>
          <a:p>
            <a:r>
              <a:rPr lang="en-US" dirty="0"/>
              <a:t>Help and Add Shape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4215D1-0DD5-6165-F09A-3929A32EA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3478" y="99218"/>
            <a:ext cx="3665341" cy="66595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39A4EE1-C512-FE1C-DFE9-1FD39EC93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8329" y="1164198"/>
            <a:ext cx="3542193" cy="5495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170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547DF-D0EA-DDE8-C6B5-536A98A95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58" y="132087"/>
            <a:ext cx="6320118" cy="962492"/>
          </a:xfrm>
        </p:spPr>
        <p:txBody>
          <a:bodyPr/>
          <a:lstStyle/>
          <a:p>
            <a:r>
              <a:rPr lang="en-US" dirty="0"/>
              <a:t>Save and Export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F7FB5C-DA54-A5FD-B28D-7D74AEFAA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661" y="2601347"/>
            <a:ext cx="4887007" cy="40582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1AC726A-703E-EEDE-2B89-F537CBA1A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8635" y="2601346"/>
            <a:ext cx="3048000" cy="17145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FFCDF07-B367-A819-06EF-B95DF9A111E0}"/>
              </a:ext>
            </a:extLst>
          </p:cNvPr>
          <p:cNvSpPr txBox="1"/>
          <p:nvPr/>
        </p:nvSpPr>
        <p:spPr>
          <a:xfrm>
            <a:off x="8126505" y="2199317"/>
            <a:ext cx="25683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slide_1.bmp</a:t>
            </a:r>
          </a:p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F3F4F2C-19D1-3EF1-192E-A9802FC291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8635" y="4994215"/>
            <a:ext cx="3048000" cy="17145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B5996A5-8E10-6BF7-A495-9CA17A2B8CAB}"/>
              </a:ext>
            </a:extLst>
          </p:cNvPr>
          <p:cNvSpPr txBox="1"/>
          <p:nvPr/>
        </p:nvSpPr>
        <p:spPr>
          <a:xfrm>
            <a:off x="8126504" y="4570482"/>
            <a:ext cx="25683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slide_1.svg</a:t>
            </a:r>
          </a:p>
          <a:p>
            <a:endParaRPr lang="en-US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933D25F-7A25-BC70-1D60-CBEC895B28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4862101"/>
              </p:ext>
            </p:extLst>
          </p:nvPr>
        </p:nvGraphicFramePr>
        <p:xfrm>
          <a:off x="4250887" y="810457"/>
          <a:ext cx="7749563" cy="111252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080317">
                  <a:extLst>
                    <a:ext uri="{9D8B030D-6E8A-4147-A177-3AD203B41FA5}">
                      <a16:colId xmlns:a16="http://schemas.microsoft.com/office/drawing/2014/main" val="563023014"/>
                    </a:ext>
                  </a:extLst>
                </a:gridCol>
                <a:gridCol w="2059497">
                  <a:extLst>
                    <a:ext uri="{9D8B030D-6E8A-4147-A177-3AD203B41FA5}">
                      <a16:colId xmlns:a16="http://schemas.microsoft.com/office/drawing/2014/main" val="2755006909"/>
                    </a:ext>
                  </a:extLst>
                </a:gridCol>
                <a:gridCol w="2985210">
                  <a:extLst>
                    <a:ext uri="{9D8B030D-6E8A-4147-A177-3AD203B41FA5}">
                      <a16:colId xmlns:a16="http://schemas.microsoft.com/office/drawing/2014/main" val="2450258170"/>
                    </a:ext>
                  </a:extLst>
                </a:gridCol>
                <a:gridCol w="1624539">
                  <a:extLst>
                    <a:ext uri="{9D8B030D-6E8A-4147-A177-3AD203B41FA5}">
                      <a16:colId xmlns:a16="http://schemas.microsoft.com/office/drawing/2014/main" val="37007760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Format 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Type 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Best For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How to Open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9003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BMP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Bitmap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Windows, quick preview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Double-click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267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SVG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Vector graphics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Scalable, web, printing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Any browser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01304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9847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437"/>
            <a:ext cx="5033963" cy="677863"/>
          </a:xfrm>
          <a:noFill/>
        </p:spPr>
        <p:txBody>
          <a:bodyPr anchor="b"/>
          <a:lstStyle/>
          <a:p>
            <a:r>
              <a:rPr lang="en-US" dirty="0"/>
              <a:t>Project Architecture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B76DE9-8280-FF8B-AFD1-D2927F69BB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979" y="1030288"/>
            <a:ext cx="4292581" cy="56292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F8E2678-CA81-0D03-65F7-1B5AF3CC0F91}"/>
              </a:ext>
            </a:extLst>
          </p:cNvPr>
          <p:cNvSpPr txBox="1"/>
          <p:nvPr/>
        </p:nvSpPr>
        <p:spPr>
          <a:xfrm>
            <a:off x="5961765" y="1576890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effectLst/>
              </a:rPr>
              <a:t>Key Components:</a:t>
            </a:r>
            <a:endParaRPr lang="en-US" b="1" dirty="0"/>
          </a:p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b="1" dirty="0">
                <a:effectLst/>
              </a:rPr>
              <a:t>Shape</a:t>
            </a:r>
            <a:r>
              <a:rPr lang="en-US" dirty="0">
                <a:effectLst/>
              </a:rPr>
              <a:t> - Base class for all geometric shapes</a:t>
            </a:r>
            <a:endParaRPr lang="en-US" dirty="0"/>
          </a:p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b="1" dirty="0">
                <a:effectLst/>
              </a:rPr>
              <a:t>Slide</a:t>
            </a:r>
            <a:r>
              <a:rPr lang="en-US" dirty="0">
                <a:effectLst/>
              </a:rPr>
              <a:t> - Container holding multiple shapes</a:t>
            </a:r>
          </a:p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b="1" dirty="0" err="1">
                <a:effectLst/>
              </a:rPr>
              <a:t>SlideShow</a:t>
            </a:r>
            <a:r>
              <a:rPr lang="en-US" dirty="0">
                <a:effectLst/>
              </a:rPr>
              <a:t> - Manages multiple slides and presentations</a:t>
            </a:r>
          </a:p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b="1" dirty="0">
                <a:effectLst/>
              </a:rPr>
              <a:t>Canvas</a:t>
            </a:r>
            <a:r>
              <a:rPr lang="en-US" dirty="0">
                <a:effectLst/>
              </a:rPr>
              <a:t> - Renders shapes to pixels for display/export</a:t>
            </a:r>
            <a:endParaRPr lang="en-US" dirty="0"/>
          </a:p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b="1" dirty="0" err="1">
                <a:effectLst/>
              </a:rPr>
              <a:t>ShapeFactory</a:t>
            </a:r>
            <a:r>
              <a:rPr lang="en-US" dirty="0">
                <a:effectLst/>
              </a:rPr>
              <a:t> - Creates shape objects from strings</a:t>
            </a: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13E64C6-87B5-04AA-A228-10142B841D39}"/>
              </a:ext>
            </a:extLst>
          </p:cNvPr>
          <p:cNvSpPr/>
          <p:nvPr/>
        </p:nvSpPr>
        <p:spPr>
          <a:xfrm>
            <a:off x="5639755" y="4420998"/>
            <a:ext cx="1635984" cy="860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Slideshow</a:t>
            </a:r>
            <a:br>
              <a:rPr lang="en-US" sz="1400" dirty="0"/>
            </a:br>
            <a:r>
              <a:rPr lang="en-US" sz="1400" dirty="0"/>
              <a:t>(Manager)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7E6D01A-5BEF-FCAC-6EE3-3C77A4C71E7F}"/>
              </a:ext>
            </a:extLst>
          </p:cNvPr>
          <p:cNvSpPr/>
          <p:nvPr/>
        </p:nvSpPr>
        <p:spPr>
          <a:xfrm>
            <a:off x="7826641" y="4420998"/>
            <a:ext cx="1635984" cy="860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Slide</a:t>
            </a:r>
            <a:br>
              <a:rPr lang="en-US" sz="1400" dirty="0"/>
            </a:br>
            <a:r>
              <a:rPr lang="en-US" sz="1400" dirty="0"/>
              <a:t>(Container)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4C7C682-1489-8899-1E41-9CA9AF8CDE60}"/>
              </a:ext>
            </a:extLst>
          </p:cNvPr>
          <p:cNvSpPr/>
          <p:nvPr/>
        </p:nvSpPr>
        <p:spPr>
          <a:xfrm>
            <a:off x="10027821" y="4420997"/>
            <a:ext cx="1635984" cy="860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Shape</a:t>
            </a:r>
            <a:br>
              <a:rPr lang="en-US" sz="1400" dirty="0"/>
            </a:br>
            <a:r>
              <a:rPr lang="en-US" sz="1400" dirty="0"/>
              <a:t>(Abstract)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E0006B7-BAFA-3C98-05D2-468E7737D4D1}"/>
              </a:ext>
            </a:extLst>
          </p:cNvPr>
          <p:cNvSpPr/>
          <p:nvPr/>
        </p:nvSpPr>
        <p:spPr>
          <a:xfrm>
            <a:off x="7826641" y="5722689"/>
            <a:ext cx="1635984" cy="860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Canvas</a:t>
            </a:r>
            <a:br>
              <a:rPr lang="en-US" sz="1400" dirty="0"/>
            </a:br>
            <a:r>
              <a:rPr lang="en-US" sz="1400" dirty="0"/>
              <a:t>(Renderer)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8FBBC12F-A613-AB52-8431-EB4811FF743E}"/>
              </a:ext>
            </a:extLst>
          </p:cNvPr>
          <p:cNvSpPr/>
          <p:nvPr/>
        </p:nvSpPr>
        <p:spPr>
          <a:xfrm>
            <a:off x="7290033" y="4768272"/>
            <a:ext cx="536608" cy="165563"/>
          </a:xfrm>
          <a:prstGeom prst="rightArrow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EA946DC8-02E5-366F-EE43-B0536D984C62}"/>
              </a:ext>
            </a:extLst>
          </p:cNvPr>
          <p:cNvSpPr/>
          <p:nvPr/>
        </p:nvSpPr>
        <p:spPr>
          <a:xfrm>
            <a:off x="9476919" y="4768272"/>
            <a:ext cx="536608" cy="165563"/>
          </a:xfrm>
          <a:prstGeom prst="rightArrow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C4BA30CF-2B29-56DB-62A8-6BBA16345A13}"/>
              </a:ext>
            </a:extLst>
          </p:cNvPr>
          <p:cNvSpPr/>
          <p:nvPr/>
        </p:nvSpPr>
        <p:spPr>
          <a:xfrm>
            <a:off x="8562729" y="5298585"/>
            <a:ext cx="163807" cy="406627"/>
          </a:xfrm>
          <a:prstGeom prst="downArrow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759F31A-51F9-A624-76A3-02687A292089}"/>
              </a:ext>
            </a:extLst>
          </p:cNvPr>
          <p:cNvSpPr txBox="1"/>
          <p:nvPr/>
        </p:nvSpPr>
        <p:spPr>
          <a:xfrm>
            <a:off x="275789" y="312382"/>
            <a:ext cx="735399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latin typeface="Tw Cen MT (Headings)"/>
              </a:rPr>
              <a:t>ARCHITECTURE </a:t>
            </a:r>
          </a:p>
          <a:p>
            <a:r>
              <a:rPr lang="en-US" sz="4400" b="1" dirty="0">
                <a:latin typeface="Tw Cen MT (Headings)"/>
              </a:rPr>
              <a:t>DIAGRAM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48A330-7A82-B9FB-04CA-993F518EB2C5}"/>
              </a:ext>
            </a:extLst>
          </p:cNvPr>
          <p:cNvSpPr/>
          <p:nvPr/>
        </p:nvSpPr>
        <p:spPr>
          <a:xfrm>
            <a:off x="5094914" y="288060"/>
            <a:ext cx="5799585" cy="81373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69F66E-B31F-BA1D-B7F9-83DA7A465B5B}"/>
              </a:ext>
            </a:extLst>
          </p:cNvPr>
          <p:cNvSpPr/>
          <p:nvPr/>
        </p:nvSpPr>
        <p:spPr>
          <a:xfrm>
            <a:off x="5094914" y="1296764"/>
            <a:ext cx="5799586" cy="98030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lvl="3"/>
            <a:r>
              <a:rPr lang="en-US" sz="1400" dirty="0">
                <a:solidFill>
                  <a:schemeClr val="bg1"/>
                </a:solidFill>
              </a:rPr>
              <a:t> 	        TOKENIZER                     </a:t>
            </a:r>
          </a:p>
          <a:p>
            <a:pPr lvl="3"/>
            <a:r>
              <a:rPr lang="en-US" sz="1400" dirty="0">
                <a:solidFill>
                  <a:schemeClr val="bg1"/>
                </a:solidFill>
              </a:rPr>
              <a:t>split() → ["add", "circle", "50", "50", "red"]     </a:t>
            </a:r>
          </a:p>
          <a:p>
            <a:pPr lvl="3"/>
            <a:r>
              <a:rPr lang="en-US" sz="1400" dirty="0">
                <a:solidFill>
                  <a:schemeClr val="bg1"/>
                </a:solidFill>
              </a:rPr>
              <a:t>trim()  → remove whitespace                        </a:t>
            </a:r>
          </a:p>
          <a:p>
            <a:pPr lvl="3"/>
            <a:r>
              <a:rPr lang="en-US" sz="1400" dirty="0" err="1">
                <a:solidFill>
                  <a:schemeClr val="bg1"/>
                </a:solidFill>
              </a:rPr>
              <a:t>toLower</a:t>
            </a:r>
            <a:r>
              <a:rPr lang="en-US" sz="1400" dirty="0">
                <a:solidFill>
                  <a:schemeClr val="bg1"/>
                </a:solidFill>
              </a:rPr>
              <a:t>() → case-insensitive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39D475-6852-8495-9003-73973D5F1066}"/>
              </a:ext>
            </a:extLst>
          </p:cNvPr>
          <p:cNvSpPr/>
          <p:nvPr/>
        </p:nvSpPr>
        <p:spPr>
          <a:xfrm>
            <a:off x="5094913" y="2443889"/>
            <a:ext cx="5799587" cy="81373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1400" dirty="0">
                <a:solidFill>
                  <a:schemeClr val="bg1"/>
                </a:solidFill>
              </a:rPr>
              <a:t> 		COMMAND PARSER                             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parse("add circle...") → Command { type: ADD, </a:t>
            </a:r>
            <a:r>
              <a:rPr lang="en-US" sz="1400" dirty="0" err="1">
                <a:solidFill>
                  <a:schemeClr val="bg1"/>
                </a:solidFill>
              </a:rPr>
              <a:t>args</a:t>
            </a:r>
            <a:r>
              <a:rPr lang="en-US" sz="1400" dirty="0">
                <a:solidFill>
                  <a:schemeClr val="bg1"/>
                </a:solidFill>
              </a:rPr>
              <a:t>: [...] } 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Supports aliases: </a:t>
            </a:r>
            <a:r>
              <a:rPr lang="en-US" sz="1400" dirty="0" err="1">
                <a:solidFill>
                  <a:schemeClr val="bg1"/>
                </a:solidFill>
              </a:rPr>
              <a:t>n→next</a:t>
            </a:r>
            <a:r>
              <a:rPr lang="en-US" sz="1400" dirty="0">
                <a:solidFill>
                  <a:schemeClr val="bg1"/>
                </a:solidFill>
              </a:rPr>
              <a:t>, </a:t>
            </a:r>
            <a:r>
              <a:rPr lang="en-US" sz="1400" dirty="0" err="1">
                <a:solidFill>
                  <a:schemeClr val="bg1"/>
                </a:solidFill>
              </a:rPr>
              <a:t>p→prev</a:t>
            </a:r>
            <a:r>
              <a:rPr lang="en-US" sz="1400" dirty="0">
                <a:solidFill>
                  <a:schemeClr val="bg1"/>
                </a:solidFill>
              </a:rPr>
              <a:t>, </a:t>
            </a:r>
            <a:r>
              <a:rPr lang="en-US" sz="1400" dirty="0" err="1">
                <a:solidFill>
                  <a:schemeClr val="bg1"/>
                </a:solidFill>
              </a:rPr>
              <a:t>g→goto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41C395-34A6-789E-FA6F-880256F6F078}"/>
              </a:ext>
            </a:extLst>
          </p:cNvPr>
          <p:cNvSpPr/>
          <p:nvPr/>
        </p:nvSpPr>
        <p:spPr>
          <a:xfrm>
            <a:off x="5094915" y="3483869"/>
            <a:ext cx="5799587" cy="879804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 		SHAPE FACTORY                      </a:t>
            </a:r>
          </a:p>
          <a:p>
            <a:pPr lvl="2"/>
            <a:r>
              <a:rPr lang="en-US" sz="1400" dirty="0">
                <a:solidFill>
                  <a:schemeClr val="bg1"/>
                </a:solidFill>
              </a:rPr>
              <a:t>create("circle", params) → std::</a:t>
            </a:r>
            <a:r>
              <a:rPr lang="en-US" sz="1400" dirty="0" err="1">
                <a:solidFill>
                  <a:schemeClr val="bg1"/>
                </a:solidFill>
              </a:rPr>
              <a:t>unique_ptr</a:t>
            </a:r>
            <a:r>
              <a:rPr lang="en-US" sz="1400" dirty="0">
                <a:solidFill>
                  <a:schemeClr val="bg1"/>
                </a:solidFill>
              </a:rPr>
              <a:t>&lt;Circle&gt;  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Uses std::map with lambda creators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F9E044-7A71-9D2F-CCE3-7145E67DA174}"/>
              </a:ext>
            </a:extLst>
          </p:cNvPr>
          <p:cNvSpPr/>
          <p:nvPr/>
        </p:nvSpPr>
        <p:spPr>
          <a:xfrm>
            <a:off x="5094914" y="4686289"/>
            <a:ext cx="5799588" cy="206369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61ECAB-2E9A-79CB-9B3C-B0F625D35876}"/>
              </a:ext>
            </a:extLst>
          </p:cNvPr>
          <p:cNvSpPr txBox="1"/>
          <p:nvPr/>
        </p:nvSpPr>
        <p:spPr>
          <a:xfrm>
            <a:off x="6656664" y="371760"/>
            <a:ext cx="27515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        USER INPUT</a:t>
            </a:r>
          </a:p>
          <a:p>
            <a:r>
              <a:rPr lang="en-US" dirty="0">
                <a:solidFill>
                  <a:schemeClr val="bg1"/>
                </a:solidFill>
              </a:rPr>
              <a:t>"add circle 50 50 red"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CADFE58-F45A-C885-8453-9219B2A9FC6C}"/>
              </a:ext>
            </a:extLst>
          </p:cNvPr>
          <p:cNvSpPr/>
          <p:nvPr/>
        </p:nvSpPr>
        <p:spPr>
          <a:xfrm>
            <a:off x="6008614" y="4964962"/>
            <a:ext cx="4047688" cy="87980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 Shape (Abstract)         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virtual render(), </a:t>
            </a:r>
            <a:r>
              <a:rPr lang="en-US" dirty="0" err="1">
                <a:solidFill>
                  <a:schemeClr val="bg1"/>
                </a:solidFill>
              </a:rPr>
              <a:t>toSVG</a:t>
            </a:r>
            <a:r>
              <a:rPr lang="en-US" dirty="0">
                <a:solidFill>
                  <a:schemeClr val="bg1"/>
                </a:solidFill>
              </a:rPr>
              <a:t>(), clone()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8FCF7E-E28D-349A-DFA0-9E9E0933BEED}"/>
              </a:ext>
            </a:extLst>
          </p:cNvPr>
          <p:cNvSpPr txBox="1"/>
          <p:nvPr/>
        </p:nvSpPr>
        <p:spPr>
          <a:xfrm>
            <a:off x="6970203" y="4631083"/>
            <a:ext cx="2354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SHAPE HIERARCHY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A90CEE0-52E9-BC19-3A0B-8281D6E0EA67}"/>
              </a:ext>
            </a:extLst>
          </p:cNvPr>
          <p:cNvCxnSpPr>
            <a:cxnSpLocks/>
          </p:cNvCxnSpPr>
          <p:nvPr/>
        </p:nvCxnSpPr>
        <p:spPr>
          <a:xfrm>
            <a:off x="8011486" y="5833503"/>
            <a:ext cx="0" cy="47501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E8B4340-2601-54AC-349B-5C5F85F9172E}"/>
              </a:ext>
            </a:extLst>
          </p:cNvPr>
          <p:cNvCxnSpPr>
            <a:cxnSpLocks/>
          </p:cNvCxnSpPr>
          <p:nvPr/>
        </p:nvCxnSpPr>
        <p:spPr>
          <a:xfrm>
            <a:off x="6052657" y="6071012"/>
            <a:ext cx="405188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D447EE1-A097-77EF-929D-D439E0061FAA}"/>
              </a:ext>
            </a:extLst>
          </p:cNvPr>
          <p:cNvCxnSpPr/>
          <p:nvPr/>
        </p:nvCxnSpPr>
        <p:spPr>
          <a:xfrm>
            <a:off x="6089009" y="6071012"/>
            <a:ext cx="0" cy="2375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91FE0BA-1E19-80E0-550A-74C4D6816E33}"/>
              </a:ext>
            </a:extLst>
          </p:cNvPr>
          <p:cNvCxnSpPr/>
          <p:nvPr/>
        </p:nvCxnSpPr>
        <p:spPr>
          <a:xfrm>
            <a:off x="7076113" y="6071012"/>
            <a:ext cx="0" cy="2375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6A5AB6C-EB08-5047-09B8-7B9503411997}"/>
              </a:ext>
            </a:extLst>
          </p:cNvPr>
          <p:cNvCxnSpPr/>
          <p:nvPr/>
        </p:nvCxnSpPr>
        <p:spPr>
          <a:xfrm>
            <a:off x="8011486" y="6071012"/>
            <a:ext cx="0" cy="2375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EE53329-C441-F275-293D-806637798378}"/>
              </a:ext>
            </a:extLst>
          </p:cNvPr>
          <p:cNvCxnSpPr/>
          <p:nvPr/>
        </p:nvCxnSpPr>
        <p:spPr>
          <a:xfrm>
            <a:off x="8959442" y="6071012"/>
            <a:ext cx="0" cy="2375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AA4C565-7C00-CC2E-244D-DC721D167AB5}"/>
              </a:ext>
            </a:extLst>
          </p:cNvPr>
          <p:cNvCxnSpPr/>
          <p:nvPr/>
        </p:nvCxnSpPr>
        <p:spPr>
          <a:xfrm>
            <a:off x="10056302" y="6071012"/>
            <a:ext cx="0" cy="2375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5A35889-401C-6617-C52F-DCECFA09B01B}"/>
              </a:ext>
            </a:extLst>
          </p:cNvPr>
          <p:cNvSpPr txBox="1"/>
          <p:nvPr/>
        </p:nvSpPr>
        <p:spPr>
          <a:xfrm>
            <a:off x="5623769" y="6297259"/>
            <a:ext cx="6096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Circle      Rectangle  Star      Triangle  ... (13 types)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02DDF12-94EC-ED3F-859C-14C37941A4B8}"/>
              </a:ext>
            </a:extLst>
          </p:cNvPr>
          <p:cNvSpPr txBox="1"/>
          <p:nvPr/>
        </p:nvSpPr>
        <p:spPr>
          <a:xfrm>
            <a:off x="414035" y="2498390"/>
            <a:ext cx="4224029" cy="25545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en-US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Circle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200"/>
              </a:lnSpc>
              <a:buNone/>
            </a:pPr>
            <a:r>
              <a:rPr lang="en-US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Circle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x, </a:t>
            </a:r>
            <a:r>
              <a:rPr lang="en-US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y, </a:t>
            </a:r>
            <a:r>
              <a:rPr lang="en-US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radius </a:t>
            </a:r>
            <a:r>
              <a:rPr lang="en-US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200"/>
              </a:lnSpc>
              <a:buNone/>
            </a:pP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</a:t>
            </a:r>
            <a:r>
              <a:rPr lang="en-US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fillColor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Color::</a:t>
            </a:r>
            <a:r>
              <a:rPr lang="en-US" sz="10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200"/>
              </a:lnSpc>
              <a:buNone/>
            </a:pP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</a:t>
            </a:r>
            <a:r>
              <a:rPr lang="en-US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Color</a:t>
            </a:r>
            <a:r>
              <a:rPr lang="en-US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borderColor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Color::</a:t>
            </a:r>
            <a:r>
              <a:rPr lang="en-US" sz="10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White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200"/>
              </a:lnSpc>
              <a:buNone/>
            </a:pP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</a:t>
            </a:r>
            <a:r>
              <a:rPr lang="en-US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borderWidth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filled </a:t>
            </a:r>
            <a:r>
              <a:rPr lang="en-US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b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endParaRPr lang="en-US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render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Canvas</a:t>
            </a:r>
            <a:r>
              <a:rPr lang="en-US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canvas) </a:t>
            </a:r>
            <a:r>
              <a:rPr lang="en-US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0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toSVG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0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getAsciiIcon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0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0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clone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b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endParaRPr lang="en-US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getRadius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width </a:t>
            </a:r>
            <a:r>
              <a:rPr lang="en-US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>
              <a:lnSpc>
                <a:spcPts val="1200"/>
              </a:lnSpc>
              <a:buNone/>
            </a:pP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56" name="Arrow: Down 55">
            <a:extLst>
              <a:ext uri="{FF2B5EF4-FFF2-40B4-BE49-F238E27FC236}">
                <a16:creationId xmlns:a16="http://schemas.microsoft.com/office/drawing/2014/main" id="{0A77A39B-EA34-57FF-6692-2C53F453F135}"/>
              </a:ext>
            </a:extLst>
          </p:cNvPr>
          <p:cNvSpPr/>
          <p:nvPr/>
        </p:nvSpPr>
        <p:spPr>
          <a:xfrm>
            <a:off x="7912915" y="3260449"/>
            <a:ext cx="197141" cy="23489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Arrow: Down 56">
            <a:extLst>
              <a:ext uri="{FF2B5EF4-FFF2-40B4-BE49-F238E27FC236}">
                <a16:creationId xmlns:a16="http://schemas.microsoft.com/office/drawing/2014/main" id="{BA224D4B-CFD0-7AAD-3EFD-E880264FDB14}"/>
              </a:ext>
            </a:extLst>
          </p:cNvPr>
          <p:cNvSpPr/>
          <p:nvPr/>
        </p:nvSpPr>
        <p:spPr>
          <a:xfrm>
            <a:off x="7913615" y="4374301"/>
            <a:ext cx="197141" cy="35011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Arrow: Down 57">
            <a:extLst>
              <a:ext uri="{FF2B5EF4-FFF2-40B4-BE49-F238E27FC236}">
                <a16:creationId xmlns:a16="http://schemas.microsoft.com/office/drawing/2014/main" id="{443E5FED-90C6-3951-59FA-E4B3E961EB31}"/>
              </a:ext>
            </a:extLst>
          </p:cNvPr>
          <p:cNvSpPr/>
          <p:nvPr/>
        </p:nvSpPr>
        <p:spPr>
          <a:xfrm>
            <a:off x="7912915" y="2263498"/>
            <a:ext cx="197141" cy="23489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Arrow: Down 58">
            <a:extLst>
              <a:ext uri="{FF2B5EF4-FFF2-40B4-BE49-F238E27FC236}">
                <a16:creationId xmlns:a16="http://schemas.microsoft.com/office/drawing/2014/main" id="{9C81BBD8-9F7C-E83A-B02A-AFDDAC614623}"/>
              </a:ext>
            </a:extLst>
          </p:cNvPr>
          <p:cNvSpPr/>
          <p:nvPr/>
        </p:nvSpPr>
        <p:spPr>
          <a:xfrm>
            <a:off x="7881457" y="1075910"/>
            <a:ext cx="197141" cy="23489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492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F79E919-9EBE-9068-A6A6-74D1F2F8C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40" y="0"/>
            <a:ext cx="11179451" cy="67260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9A3AC9-8C7F-7EE6-9A92-B3018301D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0665" y="336856"/>
            <a:ext cx="4434281" cy="585934"/>
          </a:xfrm>
        </p:spPr>
        <p:txBody>
          <a:bodyPr/>
          <a:lstStyle/>
          <a:p>
            <a:r>
              <a:rPr lang="en-US" dirty="0"/>
              <a:t>UML DIAGRAM</a:t>
            </a:r>
          </a:p>
        </p:txBody>
      </p:sp>
    </p:spTree>
    <p:extLst>
      <p:ext uri="{BB962C8B-B14F-4D97-AF65-F5344CB8AC3E}">
        <p14:creationId xmlns:p14="http://schemas.microsoft.com/office/powerpoint/2010/main" val="4283052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876" y="764502"/>
            <a:ext cx="5315035" cy="5328996"/>
          </a:xfrm>
          <a:noFill/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6910" y="755171"/>
            <a:ext cx="5813571" cy="5315035"/>
          </a:xfrm>
          <a:noFill/>
        </p:spPr>
        <p:txBody>
          <a:bodyPr>
            <a:normAutofit/>
          </a:bodyPr>
          <a:lstStyle/>
          <a:p>
            <a:r>
              <a:rPr lang="en-US" dirty="0"/>
              <a:t>Artyom Hakobyan</a:t>
            </a:r>
          </a:p>
          <a:p>
            <a:r>
              <a:rPr lang="en-US" dirty="0"/>
              <a:t>Artyom.Hakobyan.2003.23@gmail.com</a:t>
            </a:r>
          </a:p>
        </p:txBody>
      </p:sp>
    </p:spTree>
    <p:extLst>
      <p:ext uri="{BB962C8B-B14F-4D97-AF65-F5344CB8AC3E}">
        <p14:creationId xmlns:p14="http://schemas.microsoft.com/office/powerpoint/2010/main" val="156248483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78504181">
      <a:dk1>
        <a:srgbClr val="000000"/>
      </a:dk1>
      <a:lt1>
        <a:srgbClr val="FFFFFF"/>
      </a:lt1>
      <a:dk2>
        <a:srgbClr val="FFF8F4"/>
      </a:dk2>
      <a:lt2>
        <a:srgbClr val="E8E8E8"/>
      </a:lt2>
      <a:accent1>
        <a:srgbClr val="EE7660"/>
      </a:accent1>
      <a:accent2>
        <a:srgbClr val="4D90EF"/>
      </a:accent2>
      <a:accent3>
        <a:srgbClr val="5B5160"/>
      </a:accent3>
      <a:accent4>
        <a:srgbClr val="2BC2B4"/>
      </a:accent4>
      <a:accent5>
        <a:srgbClr val="C097F8"/>
      </a:accent5>
      <a:accent6>
        <a:srgbClr val="FF9413"/>
      </a:accent6>
      <a:hlink>
        <a:srgbClr val="467886"/>
      </a:hlink>
      <a:folHlink>
        <a:srgbClr val="96607D"/>
      </a:folHlink>
    </a:clrScheme>
    <a:fontScheme name="Custom 49">
      <a:majorFont>
        <a:latin typeface="Tw Cen MT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04181_Win32_SL_V11" id="{D9600F65-346D-4C25-A611-673E5C44A142}" vid="{299F2556-E258-444F-A1E6-FA759CE228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130005B-6102-4F3C-A26F-485DF1BF971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E60708A-6461-4D7F-883F-7E25D731D32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BC90B52-91C7-4BE9-8AE0-180FFFE110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{F32F9535-634C-4A7C-9C63-CA1FE80AE7DA}TFab1f0ecd-b87c-476f-be30-2c815ce1b1f82585027f_win32-74124434413c</Template>
  <TotalTime>1428</TotalTime>
  <Words>604</Words>
  <Application>Microsoft Office PowerPoint</Application>
  <PresentationFormat>Widescreen</PresentationFormat>
  <Paragraphs>101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Aptos</vt:lpstr>
      <vt:lpstr>Arial</vt:lpstr>
      <vt:lpstr>Avenir Next LT Pro</vt:lpstr>
      <vt:lpstr>Avenir Next LT Pro Light</vt:lpstr>
      <vt:lpstr>Calibri</vt:lpstr>
      <vt:lpstr>Consolas</vt:lpstr>
      <vt:lpstr>Tw Cen MT</vt:lpstr>
      <vt:lpstr>Tw Cen MT (Headings)</vt:lpstr>
      <vt:lpstr>Wingdings</vt:lpstr>
      <vt:lpstr>Custom</vt:lpstr>
      <vt:lpstr>C++ Slideshow</vt:lpstr>
      <vt:lpstr>Agenda</vt:lpstr>
      <vt:lpstr> Introduction &amp; Project Overview</vt:lpstr>
      <vt:lpstr> Core Features</vt:lpstr>
      <vt:lpstr>Visual mode output showing colored shapes in terminal</vt:lpstr>
      <vt:lpstr>Supported Shapes &amp; Colors</vt:lpstr>
      <vt:lpstr>Help and Add Shape</vt:lpstr>
      <vt:lpstr>Save and Export </vt:lpstr>
      <vt:lpstr>Project Architecture</vt:lpstr>
      <vt:lpstr>PowerPoint Presentation</vt:lpstr>
      <vt:lpstr>UML DIAGRAM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Artyom Hakobyan</dc:creator>
  <cp:lastModifiedBy>Artyom Hakobyan</cp:lastModifiedBy>
  <cp:revision>2</cp:revision>
  <dcterms:created xsi:type="dcterms:W3CDTF">2025-12-22T06:29:22Z</dcterms:created>
  <dcterms:modified xsi:type="dcterms:W3CDTF">2025-12-23T06:18:10Z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